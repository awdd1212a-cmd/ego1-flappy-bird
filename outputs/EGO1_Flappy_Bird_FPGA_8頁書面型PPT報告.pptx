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12b9fe08c4f48" /><Relationship Type="http://schemas.openxmlformats.org/officeDocument/2006/relationships/extended-properties" Target="/docProps/app.xml" Id="Re4c7aa356c2b4c1b" /><Relationship Type="http://schemas.openxmlformats.org/officeDocument/2006/relationships/officeDocument" Target="/ppt/presentation.xml" Id="R263485b280f3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bbdc84f3c4e0d"/>
  </p:sldMasterIdLst>
  <p:notesMasterIdLst>
    <p:notesMasterId xmlns:r="http://schemas.openxmlformats.org/officeDocument/2006/relationships" r:id="Rc8f5f22c0faa493f"/>
  </p:notesMasterIdLst>
  <p:sldIdLst>
    <p:sldId xmlns:r="http://schemas.openxmlformats.org/officeDocument/2006/relationships" id="256" r:id="R05b213a607574e0f"/>
    <p:sldId xmlns:r="http://schemas.openxmlformats.org/officeDocument/2006/relationships" id="257" r:id="Rbbb0e83c15dd4cce"/>
    <p:sldId xmlns:r="http://schemas.openxmlformats.org/officeDocument/2006/relationships" id="258" r:id="R9820f7fade56408b"/>
    <p:sldId xmlns:r="http://schemas.openxmlformats.org/officeDocument/2006/relationships" id="259" r:id="Rf9387d3b1b004bcd"/>
    <p:sldId xmlns:r="http://schemas.openxmlformats.org/officeDocument/2006/relationships" id="260" r:id="R075fbfefa9c340d7"/>
    <p:sldId xmlns:r="http://schemas.openxmlformats.org/officeDocument/2006/relationships" id="261" r:id="R84f95f499af64ace"/>
    <p:sldId xmlns:r="http://schemas.openxmlformats.org/officeDocument/2006/relationships" id="262" r:id="R42c4fe5e0c76448e"/>
    <p:sldId xmlns:r="http://schemas.openxmlformats.org/officeDocument/2006/relationships" id="263" r:id="Rdab3ddeab09a4f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2fa06ac6024b69" /><Relationship Type="http://schemas.openxmlformats.org/officeDocument/2006/relationships/slideMaster" Target="/ppt/slideMasters/slideMaster1.xml" Id="R85ebbdc84f3c4e0d" /><Relationship Type="http://schemas.openxmlformats.org/officeDocument/2006/relationships/notesMaster" Target="/ppt/notesMasters/notesMaster1.xml" Id="Rc8f5f22c0faa493f" /><Relationship Type="http://schemas.openxmlformats.org/officeDocument/2006/relationships/presProps" Target="/ppt/presProps.xml" Id="R846aaab14c5049c2" /><Relationship Type="http://schemas.openxmlformats.org/officeDocument/2006/relationships/tableStyles" Target="/ppt/tableStyles.xml" Id="Rb07a9e6126314195" /><Relationship Type="http://schemas.openxmlformats.org/officeDocument/2006/relationships/slide" Target="/ppt/slides/slide1.xml" Id="R05b213a607574e0f" /><Relationship Type="http://schemas.openxmlformats.org/officeDocument/2006/relationships/slide" Target="/ppt/slides/slide2.xml" Id="Rbbb0e83c15dd4cce" /><Relationship Type="http://schemas.openxmlformats.org/officeDocument/2006/relationships/slide" Target="/ppt/slides/slide3.xml" Id="R9820f7fade56408b" /><Relationship Type="http://schemas.openxmlformats.org/officeDocument/2006/relationships/slide" Target="/ppt/slides/slide4.xml" Id="Rf9387d3b1b004bcd" /><Relationship Type="http://schemas.openxmlformats.org/officeDocument/2006/relationships/slide" Target="/ppt/slides/slide5.xml" Id="R075fbfefa9c340d7" /><Relationship Type="http://schemas.openxmlformats.org/officeDocument/2006/relationships/slide" Target="/ppt/slides/slide6.xml" Id="R84f95f499af64ace" /><Relationship Type="http://schemas.openxmlformats.org/officeDocument/2006/relationships/slide" Target="/ppt/slides/slide7.xml" Id="R42c4fe5e0c76448e" /><Relationship Type="http://schemas.openxmlformats.org/officeDocument/2006/relationships/slide" Target="/ppt/slides/slide8.xml" Id="Rdab3ddeab09a4f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8c3a3fe3494c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7a37a7f4504447" /><Relationship Type="http://schemas.openxmlformats.org/officeDocument/2006/relationships/notesMaster" Target="/ppt/notesMasters/notesMaster1.xml" Id="R00f1ce27a20f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37e22f4f14268" /><Relationship Type="http://schemas.openxmlformats.org/officeDocument/2006/relationships/notesMaster" Target="/ppt/notesMasters/notesMaster1.xml" Id="R7e0bfd288249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03dd95c87a4e60" /><Relationship Type="http://schemas.openxmlformats.org/officeDocument/2006/relationships/notesMaster" Target="/ppt/notesMasters/notesMaster1.xml" Id="Rd397ec36c91e49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384f05adf49ec" /><Relationship Type="http://schemas.openxmlformats.org/officeDocument/2006/relationships/notesMaster" Target="/ppt/notesMasters/notesMaster1.xml" Id="Rd33f97c75a414c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b83dd0c28545d5" /><Relationship Type="http://schemas.openxmlformats.org/officeDocument/2006/relationships/notesMaster" Target="/ppt/notesMasters/notesMaster1.xml" Id="R052889655a88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e55736309440f" /><Relationship Type="http://schemas.openxmlformats.org/officeDocument/2006/relationships/notesMaster" Target="/ppt/notesMasters/notesMaster1.xml" Id="R39dc165e4fb143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ec23c30b34281" /><Relationship Type="http://schemas.openxmlformats.org/officeDocument/2006/relationships/notesMaster" Target="/ppt/notesMasters/notesMaster1.xml" Id="R78aaaae9b57a4f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a70e6a9186492b" /><Relationship Type="http://schemas.openxmlformats.org/officeDocument/2006/relationships/notesMaster" Target="/ppt/notesMasters/notesMaster1.xml" Id="Re24b5b8efcbf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8cf8137e0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cef26d3ed4f5e" /><Relationship Type="http://schemas.openxmlformats.org/officeDocument/2006/relationships/slideLayout" Target="/ppt/slideLayouts/slideLayout1.xml" Id="Rba41b5d1dcef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1b5d1dcef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83b95610b422f" /><Relationship Type="http://schemas.openxmlformats.org/officeDocument/2006/relationships/notesSlide" Target="/ppt/notesSlides/notesSlide1.xml" Id="R5c30b47b45c3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f1a8d9c9f4b07" /><Relationship Type="http://schemas.openxmlformats.org/officeDocument/2006/relationships/notesSlide" Target="/ppt/notesSlides/notesSlide2.xml" Id="R61a831a0b011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498cd694443cd" /><Relationship Type="http://schemas.openxmlformats.org/officeDocument/2006/relationships/notesSlide" Target="/ppt/notesSlides/notesSlide3.xml" Id="R0b3948e8b72c46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ced22014643ff" /><Relationship Type="http://schemas.openxmlformats.org/officeDocument/2006/relationships/notesSlide" Target="/ppt/notesSlides/notesSlide4.xml" Id="Rcd1e285c4d49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7189d41a740ae" /><Relationship Type="http://schemas.openxmlformats.org/officeDocument/2006/relationships/notesSlide" Target="/ppt/notesSlides/notesSlide5.xml" Id="R6050f0c88e2545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4c8fb39304c72" /><Relationship Type="http://schemas.openxmlformats.org/officeDocument/2006/relationships/notesSlide" Target="/ppt/notesSlides/notesSlide6.xml" Id="R7cfae55d7d9142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ac7ec61a4cbe" /><Relationship Type="http://schemas.openxmlformats.org/officeDocument/2006/relationships/notesSlide" Target="/ppt/notesSlides/notesSlide7.xml" Id="R871fb81152c2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d662991594623" /><Relationship Type="http://schemas.openxmlformats.org/officeDocument/2006/relationships/notesSlide" Target="/ppt/notesSlides/notesSlide8.xml" Id="Rd446b61065984f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EF24D-0269-4F44-A8DD-FD1D4D7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EGO1 FPGA</a:t>
            </a:r>
          </a:p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Flappy Bird 小遊戲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5E261-E5D1-42CC-BA88-BC4D62D0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ECC40-E641-4E3B-90EC-96C049A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653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以 Verilog HDL 在 FPGA 上完成可玩的 Flappy Bird。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CF39D-5FF7-422C-8660-8FA5486A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1511A-AE85-4DC2-8078-81A12BC2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653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遊戲邏輯、碰撞、計分與 VGA 畫面皆由 RTL 模組實作。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01323-D867-4DF8-8658-F32CCC87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34D44-5130-4DE6-9DAE-F0C024CB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53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正式展示：S4 Reset、S0 Start、S2 Flap，VGA to HDMI 擷取到 OBS。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7CB71-68DC-4BFE-873B-FBBD943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08C6F-D6E6-432C-8D7D-CD587E68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1442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100 MHz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A18A5-3309-425E-A117-E5CCD9B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E4695-7313-457F-A6FA-8F17FAC1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181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Game Tick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約 60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7ED62-CAED-4E3A-97F9-3A5EAA4E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5C423-20DB-4730-BB4A-2A5FB46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181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FSM / Logic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Bird / Pipe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8711F-0E70-45BF-9D6F-AE3D7A4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D8EAD-B9B2-4350-9DE2-117B58C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2181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VGA Renderer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RGB + Sync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5635C-7CD5-4AC9-A82F-38B49D50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影片連結欄位放在最後一頁</a:t>
            </a:r>
          </a:p>
        </p:txBody>
      </p:sp>
    </p:spTree>
    <p:extLst>
      <p:ext uri="{BB962C8B-B14F-4D97-AF65-F5344CB8AC3E}">
        <p14:creationId xmlns:p14="http://schemas.microsoft.com/office/powerpoint/2010/main" val="1439702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A64805-9634-4CF4-A1EF-A2BEF8B8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遊戲基本功能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A95EE-7B0B-457B-891F-9F394C6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本專題重點是完成一個可操作、可計分、可結束的 FPGA 小遊戲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E0315-0D90-4B60-AF8A-A3219BD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14CA4-EA93-4A5C-84DB-5F617928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2/8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8ADCD-760B-460B-9A74-4720E48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1623B-C2E7-41BF-8D26-1AFDBAD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FAF1F-84AE-4C0D-BF8F-E5E861C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玩法流程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F560B-9267-4720-BC4D-C33C3C0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START 等待開始；PLAY 控制小鳥避開管子；碰撞後進入 GAME OVER。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346DC-47B7-4439-8057-3FFD2C02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8FBA1-FA06-4E91-A6E1-1C88051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99C94-4575-4839-B452-3E0AC75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遊戲物件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F74B4-E2B9-428C-86DF-7B55C55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鳥、三組管子、地板與分數都以座標控制，遊戲邏輯可直接判斷。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27278-E905-48CC-8159-C1923AD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888EE-EEDB-4F07-9574-226C601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0DA96-C8DD-4975-8FB1-DE1649A3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完成規則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E0316-1F22-421B-9E16-F0E73E3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已完成跳躍、下落、管子移動、碰撞死亡與 +1、+1、+5 計分。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A9179-F1C5-4D68-8179-38E99BDD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004E6-8441-4FAB-BE5C-1445EAC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14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開發板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D064D-2E94-4D18-A612-D4FB4F42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1447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EGO1 FPGA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2D16D-D459-4A74-B610-C2C1BC38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3832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AA40E-BF01-4F75-8859-B664E3C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176C6-6679-4ED7-BF38-2574CA31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240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Vivado 2017.2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1EADF-F56E-4F80-BD3E-0DEF2BA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DC7AF-3954-47CB-8A77-E2E5A25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語言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46FE4-6FF8-4347-A161-93914DC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336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Verilog HDL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B35E6-F1CB-4D90-BCF4-E4BF217D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156BF-2313-45CC-99E2-310F76B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4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顯示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AE9A1-7725-4F5A-93ED-077294D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VGA 640x480 @ 60Hz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43AD4-5376-49F5-9970-3D09C521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800D6-5803-49C0-8E84-44E21F3C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527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輸出路徑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67EEE-D756-4602-932F-8C104D3A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VGA -&gt; HDMI 擷取卡 -&gt; OBS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D0AA9-4D95-4B03-A8FC-D0515D6D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6320B-01B5-40EB-8EFB-21805610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操作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378A2-245F-48C5-8AA5-A5EA8928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S4 Reset / S0 Start / S2 Flap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E89CD-58F3-4D19-B0D7-8E4414A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0172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17FF2-A5AC-431A-9F4F-1E074B60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專題核心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7789B2-2CD1-4B69-8F90-DA686212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86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狀態控制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E70F8-EA18-4D69-8972-675AF313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START、PLAY、GAME OVER 行為明確。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B580E1-8656-44AA-9036-0C7EC249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遊戲邏輯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9AD66-92C9-4CE7-8729-C0B83F9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鳥與管子座標、碰撞、計分都有 RTL 實作。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5F7E3-B8B3-4F0D-A134-7237A0F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86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畫面輸出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FDDF74-EFA5-4243-8C4A-F4ADF0A7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VGA 將遊戲狀態與座標畫出來。</a:t>
            </a:r>
          </a:p>
        </p:txBody>
      </p:sp>
    </p:spTree>
    <p:extLst>
      <p:ext uri="{BB962C8B-B14F-4D97-AF65-F5344CB8AC3E}">
        <p14:creationId xmlns:p14="http://schemas.microsoft.com/office/powerpoint/2010/main" val="155071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4FACE-C555-4347-B8C7-5B698062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遊戲資料流架構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04DB5-C92B-4594-93E4-724BEC9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按鍵、狀態、物件座標與分數共同形成遊戲流程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98B61-5DCA-4BD3-8565-AAAD461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A6EA6-FC37-405A-90BE-4506246F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3/8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9F1BB-433D-4500-89C1-C316B23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767D4-6245-4065-955E-C73D69E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Board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Buttons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77573-5743-463D-A63B-F00F4F4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61CF-BDE1-4BA0-BCE6-FEF7D210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59E91-EECC-4B10-8107-E1E6565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02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button_ctrl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pulse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F1A2C-79D7-484F-867D-2FF7DDA0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40973-4280-47C0-8EFB-A5E013C8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7640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C487D-FBCD-4DE9-BA3E-96D38CF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02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game_fsm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33BAB-5257-4BD4-A702-07729FF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47989-5BD1-477E-AFEB-441D472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764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C04A9-73AF-4898-92C4-259B3BE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022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bird / pipe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score / collision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9C3E9-ABF7-4D28-98F4-384DB606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40B87-412F-465F-B894-8DFB1CB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B6731-60A6-4287-AEA8-EEA8D6B5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0225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vga_renderer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RGB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C092F-3B8A-4956-AAA0-BE22BA0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859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E9C75-CDBF-41A6-8010-6056A4B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76400"/>
            <a:ext cx="104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BC867-63AC-49D2-9477-6E807AA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00225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VGA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38D68-3F1A-4C45-8AE0-4A51F48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580C"/>
                </a:solidFill>
              </a:defRPr>
            </a:pPr>
            <a:r>
              <a:rPr sz="1725" b="1">
                <a:solidFill>
                  <a:srgbClr val="EA580C"/>
                </a:solidFill>
              </a:rPr>
              <a:t>遊戲邏輯整合流程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369E1-3A6F-4328-A330-1CF9345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8F5D4-5079-40BE-987F-626F538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S0 / S2 先轉成 pulse，分別控制開始與跳躍。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5FEB9-6D3E-42CA-85C3-191D67B9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7F575-5EEA-4466-A3DF-F26AF3E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FSM 決定目前是等待、遊玩中，或遊戲結束。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4DDE3-04E3-4FC9-B333-1D7B52D1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EC3D4-43B0-4E70-8464-6FC9513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bird / pipe 產生座標，collision 判斷死亡，score 判斷通過管子。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FCA80-86EE-4D30-B1E3-A6BB259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2D2E9-96D8-4F4D-83DF-3ADC837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VGA renderer 只負責依照遊戲狀態與座標把畫面畫出來。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2E610-E891-4D43-A361-01F769BA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20E52-155A-4FCC-9FBC-A1DBAFD8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382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top_vga.v：模組整合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49C0C-878F-461F-B14A-D4AA01AD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3829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button_ctrl  u_button_ctrl(...);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game_fsm     u_game_fsm(...);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bird_ctrl    u_bird_ctrl(...);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pipe_ctrl    u_pipe_ctrl(...);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score_ctrl   u_score_ctrl(...);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collision    u_collision(...);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vga_sync     u_vga_sync(...);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vga_renderer u_vga_renderer(...);</a:t>
            </a:r>
          </a:p>
        </p:txBody>
      </p:sp>
    </p:spTree>
    <p:extLst>
      <p:ext uri="{BB962C8B-B14F-4D97-AF65-F5344CB8AC3E}">
        <p14:creationId xmlns:p14="http://schemas.microsoft.com/office/powerpoint/2010/main" val="2126419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F244A-FC76-4030-8F19-E998474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FSM 與按鍵輸入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91A94-E0B6-4119-80F2-75838631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遊戲流程用狀態機管理，按鍵先轉成單一 clock 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5CEE1-1B70-4CCC-A70E-E58D47F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3F6D9-F455-45D1-B5EB-8EA5C3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4/8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C86F9-A41F-458B-BC92-F17FD5D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AA023-F847-4BC7-90BC-E3CEC48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35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S_IDLE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等待開始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554F9-F3BB-4453-97CD-86416A7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19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475C5-6417-4D79-824B-128B0111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9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D328F-3AD4-46E9-B1EE-F94DA79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335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S_PLAY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更新遊戲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C565A-9E88-45C8-9D53-4CD9BBD5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8D7E7-B823-4523-957A-47DAF3A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C0706-C9E8-4886-875E-14431A9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33525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S_GAME_OVER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凍結畫面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1C0F7-6D95-4F4F-B456-5A26A58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763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start_pulse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6E097-4C4E-4C7F-92FE-AC8E1381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763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8928B-BA18-4C9D-AA7A-2C4D4CD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start_pulse 回到等待畫面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D56DF-DD8A-488A-BC0B-948691C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76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FE4E-FE64-40DC-B710-38EE5FB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game_fsm.v + button_ctrl.v：核心控制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62A4D-9878-453D-85C5-50F606B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4958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// game_fsm.v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S_IDLE:      if (start_pulse) next_state = S_PLAY;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S_PLAY:      if (dead)        next_state = S_GAME_OVER;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S_GAME_OVER: if (start_pulse) next_state = S_IDLE;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// button_ctrl.v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start_pulse = btn_start &amp; ~btn_start_d;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flap_pulse  = btn_flap  &amp; ~btn_flap_d;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4AB50-FAE1-4733-8982-237FEFA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4838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ED311-4EAC-4EC1-AEDC-84F4D26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控制邏輯說明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5E00C-A74C-45B0-ADD5-12D9566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23D28-4A45-4D5E-94C9-6B33E6F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狀態分工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A8AD5-1EE2-4FA0-A82F-3CEA894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IDLE 等待開始，PLAY 更新遊戲座標，GAME_OVER 保留結束畫面。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5792B-B87A-446E-9CCD-8C6642D5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AD70A-3DAE-44E6-8645-7E012EBE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按鍵處理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EA273-A012-4618-BF6F-17CEB4C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button_ctrl 將 S0 / S2 轉成 one-cycle pulse，避免長按造成多次觸發。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9BC08-0497-4FFD-95A4-9243205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196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575B7-FED9-4359-B27E-0FC9B30F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更新節奏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54301-F40F-4296-ABA1-856B4D6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9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flap_pulse 先在 top_vga 暫存，等下一個 game_tick 才更新鳥的位置。</a:t>
            </a:r>
          </a:p>
        </p:txBody>
      </p:sp>
    </p:spTree>
    <p:extLst>
      <p:ext uri="{BB962C8B-B14F-4D97-AF65-F5344CB8AC3E}">
        <p14:creationId xmlns:p14="http://schemas.microsoft.com/office/powerpoint/2010/main" val="1025461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7F13F-0682-4C18-911B-08B76DED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Bird 與 Pipe 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75958-FB72-4EBB-91EA-EAF7AF7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鳥和管子只在 game_tick 更新，讓遊戲速度穩定且可調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000BE-CE84-4A8A-9954-CBDE121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F17DC-1878-44AC-8BDD-09DD22D5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5/8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EFD28-DCAA-425F-9913-64BE60B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86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BCFBB-C47D-4BAA-B0F7-20328D7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5019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bird_ctrl.v + pipe_ctrl.v：移動參數與更新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A4930-C07D-4A2A-BEA9-33863AE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501967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// bird_ctrl.v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BIRD_SIZE = 24;  FLAP_STEP = 34;  FALL_STEP = 3;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if (flap_pulse) bird_y &lt;= bird_y - FLAP_STEP;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else            bird_y &lt;= bird_y + FALL_STEP;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// pipe_ctrl.v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PIPE_W = 40;  GAP_H = 180;  PIPE_SPEED = 2;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if (pipe1_x &gt; PIPE_SPEED) pipe1_x &lt;= pipe1_x - PIPE_SPEED;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else                      pipe1_x &lt;= PIPE1_RECYCLE_X;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393B-C12B-4036-BBF2-9C1FC98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F64A0-8B4C-40E8-A2E8-7D15BDFD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3867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鳥固定 x，只更新 y 座標。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48D8A-203C-46AD-A3FF-1E2DD974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1905C-7E6F-4964-84C1-670A8B5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76425"/>
            <a:ext cx="3867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Flap 上升，未按鍵則下落。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447E9-48DD-48A6-8884-C85032E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650B3-3D5D-4157-B3E1-3C5667C0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3867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管子左移，離開畫面後回收。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B81B6-7FE9-498A-A8A9-8A08540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</a:defRPr>
            </a:pPr>
            <a:r>
              <a:rPr sz="1575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DB864-2252-495A-86DC-3D6DBB6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95575"/>
            <a:ext cx="3867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gap 180、speed 2，展示較穩定。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10D0B-E1E7-4993-8F10-7DE668D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EC39B-0C13-42BD-AD09-E1C5849C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957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Bird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3FCCD-47F6-40AF-AFBC-8E6F11D3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957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24x24 pixel-art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7B5FD-3FD0-4050-9B03-FD0E0FC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420FD-B125-4D46-818A-1B44E419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576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Flap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28CF3-FB3A-4154-A88A-D29D17E3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576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每次上移 34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A5426-8E51-4435-BE64-30AD42A6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2EA55-0265-4A3A-836A-919FBF85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96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Fall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7E218-06D6-4484-BEBD-4EAB73E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每 tick 下落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F3B97-4980-4CB6-A4EC-365AA12B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233AF-8DC8-46D5-9226-8B80322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815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Pipe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8D1FA-6FC2-4EFE-B2B7-289BFEFD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815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寬 40、gap 180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D81D3-10ED-406D-9412-6C1B45B4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0DEFD-60CB-4382-976E-E532755A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435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Speed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20EAC-7AE0-4680-AB76-545940A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435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每 tick 左移 2</a:t>
            </a:r>
          </a:p>
        </p:txBody>
      </p:sp>
    </p:spTree>
    <p:extLst>
      <p:ext uri="{BB962C8B-B14F-4D97-AF65-F5344CB8AC3E}">
        <p14:creationId xmlns:p14="http://schemas.microsoft.com/office/powerpoint/2010/main" val="1117033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DC8AF-5B7F-429A-A904-8BB484A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Collision 與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D2722-C96D-45A2-BD47-6139703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碰撞用矩形 overlap，計分用前後位置跨越偵測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22F48-4311-4A73-A1F2-4645FCF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160D6-93D1-4563-AFE5-7C5AE018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6/8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83BE-F543-41A4-9717-D79B9E6D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9053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8F5B8-DD01-4C5A-8D30-FD72753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463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collision.v：矩形 overlap 判斷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94E88-2669-4787-9F9C-F5A86E3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4638675" cy="30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pipe1_x_overlap =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(bird_right &gt; pipe1_x) &amp;&amp;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(bird_x &lt; pipe1_x + PIPE_W);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pipe1_hit_top =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pipe1_x_overlap &amp;&amp; (bird_y &lt; pipe1_gap_y);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pipe1_hit_bottom =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pipe1_x_overlap &amp;&amp;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(bird_bottom &gt; pipe1_gap_y + PIPE_GAP_H);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dead = hit_ground || pipe1_hit || pipe2_hit || pipe3_hit;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AFF6B-2F66-4F79-93F4-AD9FF82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4953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F05D0-8E9F-4A74-A351-642C896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468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score_ctrl.v：每根 pipe 加分，第 3 根 +5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2125D-DA4D-4668-9D44-DB977768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4686300" cy="30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assign pipe1_passed =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(pipe1_right_prev &gt;= bird_x_ext) &amp;&amp;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(pipe1_right &lt; bird_x_ext) &amp;&amp;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(pipe1_right &lt; SCREEN_W);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if (any_pipe_passed) begin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if (passed_pipe_count == 2'd2) begin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  score &lt;= score + SCORE_STEP_BONUS;  // +5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  passed_pipe_count &lt;= 2'd0;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end else begin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  score &lt;= score + SCORE_STEP_NORMAL; // +1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  passed_pipe_count &lt;= passed_pipe_count + 2'd1;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  end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FF070-F5E3-43D8-8A65-C94CF1E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預期分數序列：01 → 02 → 07 → 08 → 09 →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0A5DB-1E9D-4B95-A773-2A3A601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重點：用 previous/current pipe_right 跨越 bird_x 偵測通過，避免同一根 pipe 在多個 clock 內重複加分。</a:t>
            </a:r>
          </a:p>
        </p:txBody>
      </p:sp>
    </p:spTree>
    <p:extLst>
      <p:ext uri="{BB962C8B-B14F-4D97-AF65-F5344CB8AC3E}">
        <p14:creationId xmlns:p14="http://schemas.microsoft.com/office/powerpoint/2010/main" val="364642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DA5F3-B40E-4550-8C54-06AD626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VGA 顯示重點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9B880-871A-48B2-8AFC-A083163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VGA 負責把遊戲狀態與座標轉成畫面輸出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CD0C-F8CA-48AF-A69B-48A791E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9FF4-E1A9-4D88-9F0C-93D89DE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7/8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BD7E5-CE5B-4DAF-A1AE-D505E76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ED78F-3F0E-4DC7-8FB2-182106A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AE6FC-961C-4B49-A6F4-62611F8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掃描座標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E0283-5B7C-4278-81A2-41CAB87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24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產生 pixel_x / pixel_y，定位目前像素。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E3B31-F5D6-4DBD-8AF0-FFE3D36B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E13C3-D3A7-4F2B-9540-24156AB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480F8-5C3C-497D-A921-32AC7C0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畫面判斷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ECCF6-8CB2-490C-B84D-7AC77E2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67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判斷像素屬於鳥、管子、分數或文字。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EACE3-F230-4D7D-95F6-6F1B1DD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6CA62-CCFE-4BC0-A980-0E1504D6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EE050-6F68-4D0A-997F-4855995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RGB 輸出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D246A-4F62-46FB-8502-9ABC195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10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輸出 12-bit RGB 與同步訊號。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5D7B2-037A-41C6-8ED5-A783D78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619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FD157-F99F-466F-AFFD-E5FA9D5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619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50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02A9D-5F47-424A-82AD-2424194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323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8B24D-AA6A-4BFB-9696-450F7004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323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CFF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C8D87-65DF-4DA4-BFF3-EC94EB5A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90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D5100-DA6B-4894-879A-ABFB5E8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76550"/>
            <a:ext cx="95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6708-86AF-465B-8FA5-C0DBD4D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BF936-9777-48C3-9368-8CF88002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A52E6-0FC5-4F6E-861A-A08EA485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767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畫面整合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6D240-774C-4465-AB26-698BCB73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renderer 依據遊戲狀態與座標輸出對應 RGB 畫面。</a:t>
            </a:r>
          </a:p>
        </p:txBody>
      </p:sp>
    </p:spTree>
    <p:extLst>
      <p:ext uri="{BB962C8B-B14F-4D97-AF65-F5344CB8AC3E}">
        <p14:creationId xmlns:p14="http://schemas.microsoft.com/office/powerpoint/2010/main" val="117688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08FDB0-AACB-4C84-8DCC-AA78F4B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580C"/>
                </a:solidFill>
              </a:defRPr>
            </a:pPr>
            <a:r>
              <a:rPr sz="1050" b="1">
                <a:solidFill>
                  <a:srgbClr val="EA580C"/>
                </a:solidFill>
              </a:rPr>
              <a:t>成果展示與影片連結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2052A-7DA3-4E0A-B2AE-B578DCB3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最終版本已完成可上板展示的 FPGA 小遊戲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976DF-C653-4EF2-B7BF-2DC66152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E4691-CE03-4F1C-B8FD-1039457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EGO1 FPGA Flappy Bird | 8/8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51D4A-F9E5-447D-B098-65E8834C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1A163-B0DE-4609-9CB9-0BBB7CB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VGA 顯示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0BBAB-F0B3-4450-940E-5CA18BC3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66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640x480 @ 60Hz 成功輸出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8676-7786-4C64-897B-5E61A09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4CB8B-BFB5-4D71-BD04-F385142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遊戲操作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09D5D-CC05-4073-809C-B0098278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47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S0 開始、S2 跳躍、S4 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B401D-19F3-44B2-9B16-67A09A6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410F2-18C1-424B-BCEA-F09AD2BF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畫面狀態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4044C-3DC9-4B25-B1C3-C7373522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28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START / PLAY / GAME 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BA4E9-C4EA-4280-9E5A-ACF52085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0E527-E85F-412B-AA8C-C060B358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遊戲內容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DED99-3F68-4CD9-8F31-90BDE59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09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鳥、管子、天空、雲、地板、分數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14DD8-90F8-4500-8EE8-DB8FEBDE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5BCA6-9117-4989-833B-267D858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計分規則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A4AE8-DDB0-4853-A7E5-621FF374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90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每根 pipe 加分，+1、+1、+5 循環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E517C-0151-4C88-A6F5-E63EAFE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B1608-8A22-4800-9E1B-067CFA8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Bitstream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CFDE0-3518-4212-827A-8D062542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718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D:\ego1_top_vga_build\bitstream\top_vga.bit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BB17F-5F97-4493-BCE9-B914E52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Demo 檢查流程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0DA31-BBE4-4AF2-953D-FDD4EF8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FB5E6-5A28-4091-90F0-04A4D9C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57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燒錄最終 bitstream。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E436C-3F8D-405F-B1B5-59989B5A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3B7FA-203D-4D13-A630-697A59D2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8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確認 VGA 畫面出現 START。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0AB5A-BE34-4B02-8C89-B4DCE5E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B5479-D76C-4A06-8EFF-CAABCE4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19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按 S0 進入 PLAY。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9A9FC-399C-49BE-A21C-D335BF2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E35364-73D9-47C7-9258-CE0A235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按 S2 控制小鳥跳躍。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A6CC9-E873-44AB-B840-BDF580B6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11247-1C96-43D0-AE67-71CD315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通過 pipe 後分數增加。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BEAF49-07F9-4D75-8A2D-B87A0AD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7ABAAE-D4CC-4503-ACA4-AF28EBE2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623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碰撞後顯示 GAME OVER。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AA6BA7-B974-4007-A54C-4C815E0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5F25FA-59D8-4095-98D2-F2EC2DE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影片連結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5C3F38-DEC8-4576-937F-0538B467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24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影片連結：________________________________________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49FFC8-346C-45C4-8EE5-8F48F490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8DCC5E-A69E-41AE-990E-25A90AF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81575"/>
            <a:ext cx="2181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GitHub Repo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https://github.com/awdd1212a-cmd/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ego1-flappy-bird</a:t>
            </a:r>
          </a:p>
        </p:txBody>
      </p:sp>
    </p:spTree>
    <p:extLst>
      <p:ext uri="{BB962C8B-B14F-4D97-AF65-F5344CB8AC3E}">
        <p14:creationId xmlns:p14="http://schemas.microsoft.com/office/powerpoint/2010/main" val="1404641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2026-07-21T13:24:57.2080000Z</dcterms:created>
  <dcterms:modified xsi:type="dcterms:W3CDTF">2026-07-21T13:24:57.2090000Z</dcterms:modified>
</coreProperties>
</file>