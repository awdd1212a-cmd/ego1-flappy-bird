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44466a924e4434" /><Relationship Type="http://schemas.openxmlformats.org/officeDocument/2006/relationships/extended-properties" Target="/docProps/app.xml" Id="R4522f904b27f4b41" /><Relationship Type="http://schemas.openxmlformats.org/officeDocument/2006/relationships/officeDocument" Target="/ppt/presentation.xml" Id="Rde49db549d2d43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c64008c44c3498d"/>
  </p:sldMasterIdLst>
  <p:notesMasterIdLst>
    <p:notesMasterId xmlns:r="http://schemas.openxmlformats.org/officeDocument/2006/relationships" r:id="R2cde1cf157d24ff8"/>
  </p:notesMasterIdLst>
  <p:sldIdLst>
    <p:sldId xmlns:r="http://schemas.openxmlformats.org/officeDocument/2006/relationships" id="256" r:id="R6e73b08fbf9b4faf"/>
    <p:sldId xmlns:r="http://schemas.openxmlformats.org/officeDocument/2006/relationships" id="257" r:id="R98ef6135473f4979"/>
    <p:sldId xmlns:r="http://schemas.openxmlformats.org/officeDocument/2006/relationships" id="258" r:id="R25912f78b38d4f2a"/>
    <p:sldId xmlns:r="http://schemas.openxmlformats.org/officeDocument/2006/relationships" id="259" r:id="Rd3e579e717ca4333"/>
    <p:sldId xmlns:r="http://schemas.openxmlformats.org/officeDocument/2006/relationships" id="260" r:id="R742560edcf4c47e8"/>
    <p:sldId xmlns:r="http://schemas.openxmlformats.org/officeDocument/2006/relationships" id="261" r:id="R138d8579ddf8426d"/>
    <p:sldId xmlns:r="http://schemas.openxmlformats.org/officeDocument/2006/relationships" id="262" r:id="R76d76ce4309b4329"/>
    <p:sldId xmlns:r="http://schemas.openxmlformats.org/officeDocument/2006/relationships" id="263" r:id="R4c046788dfde4a4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f6970e32f894cef" /><Relationship Type="http://schemas.openxmlformats.org/officeDocument/2006/relationships/slideMaster" Target="/ppt/slideMasters/slideMaster1.xml" Id="Rdc64008c44c3498d" /><Relationship Type="http://schemas.openxmlformats.org/officeDocument/2006/relationships/notesMaster" Target="/ppt/notesMasters/notesMaster1.xml" Id="R2cde1cf157d24ff8" /><Relationship Type="http://schemas.openxmlformats.org/officeDocument/2006/relationships/presProps" Target="/ppt/presProps.xml" Id="Rb1625c5ed22140cf" /><Relationship Type="http://schemas.openxmlformats.org/officeDocument/2006/relationships/tableStyles" Target="/ppt/tableStyles.xml" Id="R25997299406f4878" /><Relationship Type="http://schemas.openxmlformats.org/officeDocument/2006/relationships/slide" Target="/ppt/slides/slide1.xml" Id="R6e73b08fbf9b4faf" /><Relationship Type="http://schemas.openxmlformats.org/officeDocument/2006/relationships/slide" Target="/ppt/slides/slide2.xml" Id="R98ef6135473f4979" /><Relationship Type="http://schemas.openxmlformats.org/officeDocument/2006/relationships/slide" Target="/ppt/slides/slide3.xml" Id="R25912f78b38d4f2a" /><Relationship Type="http://schemas.openxmlformats.org/officeDocument/2006/relationships/slide" Target="/ppt/slides/slide4.xml" Id="Rd3e579e717ca4333" /><Relationship Type="http://schemas.openxmlformats.org/officeDocument/2006/relationships/slide" Target="/ppt/slides/slide5.xml" Id="R742560edcf4c47e8" /><Relationship Type="http://schemas.openxmlformats.org/officeDocument/2006/relationships/slide" Target="/ppt/slides/slide6.xml" Id="R138d8579ddf8426d" /><Relationship Type="http://schemas.openxmlformats.org/officeDocument/2006/relationships/slide" Target="/ppt/slides/slide7.xml" Id="R76d76ce4309b4329" /><Relationship Type="http://schemas.openxmlformats.org/officeDocument/2006/relationships/slide" Target="/ppt/slides/slide8.xml" Id="R4c046788dfde4a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e1c195a85c4b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3ec14f9032428b" /><Relationship Type="http://schemas.openxmlformats.org/officeDocument/2006/relationships/notesMaster" Target="/ppt/notesMasters/notesMaster1.xml" Id="Rf4e648b58a894d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42a05104374d36" /><Relationship Type="http://schemas.openxmlformats.org/officeDocument/2006/relationships/notesMaster" Target="/ppt/notesMasters/notesMaster1.xml" Id="Rca779cc51a1c4f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8f5f82e3e14c31" /><Relationship Type="http://schemas.openxmlformats.org/officeDocument/2006/relationships/notesMaster" Target="/ppt/notesMasters/notesMaster1.xml" Id="R2f9c89560ad347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64ccd8db6e44bf" /><Relationship Type="http://schemas.openxmlformats.org/officeDocument/2006/relationships/notesMaster" Target="/ppt/notesMasters/notesMaster1.xml" Id="R1747c80607e648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1c5d6c40584ec7" /><Relationship Type="http://schemas.openxmlformats.org/officeDocument/2006/relationships/notesMaster" Target="/ppt/notesMasters/notesMaster1.xml" Id="R13aa45093a0c4e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e4c7e3fb604ff1" /><Relationship Type="http://schemas.openxmlformats.org/officeDocument/2006/relationships/notesMaster" Target="/ppt/notesMasters/notesMaster1.xml" Id="R6c59a869ccca49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bb7a51bea4431a" /><Relationship Type="http://schemas.openxmlformats.org/officeDocument/2006/relationships/notesMaster" Target="/ppt/notesMasters/notesMaster1.xml" Id="Rc616adcfaf1343c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5cbae06560041e4" /><Relationship Type="http://schemas.openxmlformats.org/officeDocument/2006/relationships/notesMaster" Target="/ppt/notesMasters/notesMaster1.xml" Id="Rd55973c7a44743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d7a03666e9421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b2dc55c6b94d79" /><Relationship Type="http://schemas.openxmlformats.org/officeDocument/2006/relationships/slideLayout" Target="/ppt/slideLayouts/slideLayout1.xml" Id="Rcd3c6b8faca649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3c6b8faca649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4ffabe8794b30" /><Relationship Type="http://schemas.openxmlformats.org/officeDocument/2006/relationships/notesSlide" Target="/ppt/notesSlides/notesSlide1.xml" Id="Re976a372846241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004daacea4a80" /><Relationship Type="http://schemas.openxmlformats.org/officeDocument/2006/relationships/notesSlide" Target="/ppt/notesSlides/notesSlide2.xml" Id="Rd0fb3265b14a46b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b9dcae793f4652" /><Relationship Type="http://schemas.openxmlformats.org/officeDocument/2006/relationships/notesSlide" Target="/ppt/notesSlides/notesSlide3.xml" Id="Rd0581df558684d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13e6f6f33e42cb" /><Relationship Type="http://schemas.openxmlformats.org/officeDocument/2006/relationships/notesSlide" Target="/ppt/notesSlides/notesSlide4.xml" Id="Red1fdaee43ed4c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ee04023b52447e" /><Relationship Type="http://schemas.openxmlformats.org/officeDocument/2006/relationships/notesSlide" Target="/ppt/notesSlides/notesSlide5.xml" Id="R48676423ff6140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e35cccec5443fb" /><Relationship Type="http://schemas.openxmlformats.org/officeDocument/2006/relationships/notesSlide" Target="/ppt/notesSlides/notesSlide6.xml" Id="R8dab1d88806d41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cda71ceb74249" /><Relationship Type="http://schemas.openxmlformats.org/officeDocument/2006/relationships/notesSlide" Target="/ppt/notesSlides/notesSlide7.xml" Id="R120849e8115c4d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91c95a3ad54906" /><Relationship Type="http://schemas.openxmlformats.org/officeDocument/2006/relationships/notesSlide" Target="/ppt/notesSlides/notesSlide8.xml" Id="R840f36d1458246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554BD6-F9A7-4EB1-9573-E088B6A9A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76300"/>
            <a:ext cx="5905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EGO1 FPGA</a:t>
            </a:r>
          </a:p>
          <a:p xmlns:a="http://schemas.openxmlformats.org/drawingml/2006/main">
            <a:pPr algn="l"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Flappy Bird 小遊戲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6B6A5-E6AA-4EE2-8F58-3BA0F245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575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D5490D-2702-499F-A87F-04A31BD5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653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以 Verilog HDL 在 FPGA 上完成可玩的 Flappy Bird。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8A821-F73D-42EC-B67D-A9D73296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194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1EA773-7166-4C7D-A221-0E4A8243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653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遊戲邏輯、碰撞、計分與 VGA 畫面皆由 RTL 模組實作。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B907C2-E672-4F07-9E5E-51324C93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814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191430-1FE5-4CC6-AA53-2090FD8E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71900"/>
            <a:ext cx="653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正式展示：S4 Reset、S0 Start、S2 Flap，VGA to HDMI 擷取到 OBS。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A603B2-4796-4D0A-BFA4-7B558CB6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990600"/>
            <a:ext cx="2333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CC9231-F226-404A-8A69-33BCFCDB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14425"/>
            <a:ext cx="21812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100 MHz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Clock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160785-AF65-4E17-9A7F-80F615FA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00250"/>
            <a:ext cx="2333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ED33CA-B4E6-4B96-A2BA-485580FB1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24075"/>
            <a:ext cx="2181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Game Tick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約 60 Hz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7F0A09-18A3-4AD6-9DDF-A42603EF4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05150"/>
            <a:ext cx="2333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76C7D-C329-4280-AF51-67B130A0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28975"/>
            <a:ext cx="2181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FSM / Logic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Bird / Pipe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5A3EA4-532E-45C0-A6AC-8075CF83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2333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C83B70-B948-468E-B3CF-7E15B34D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33875"/>
            <a:ext cx="2181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VGA Renderer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RGB + Sync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62F70F-3E17-49BB-8CE1-F6B92397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198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A580C"/>
                </a:solidFill>
              </a:defRPr>
            </a:pPr>
            <a:r>
              <a:rPr sz="1200" b="1">
                <a:solidFill>
                  <a:srgbClr val="EA580C"/>
                </a:solidFill>
              </a:rPr>
              <a:t>影片連結欄位放在最後一頁</a:t>
            </a:r>
          </a:p>
        </p:txBody>
      </p:sp>
    </p:spTree>
    <p:extLst>
      <p:ext uri="{BB962C8B-B14F-4D97-AF65-F5344CB8AC3E}">
        <p14:creationId xmlns:p14="http://schemas.microsoft.com/office/powerpoint/2010/main" val="16787691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A2705C2-7043-48A3-BDF3-B254FDF8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遊戲基本功能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87B63F-6A14-4F3B-A8E8-A65CE36B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本專題重點是完成一個可操作、可計分、可結束的 FPGA 小遊戲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CD19F-A5DC-49CE-A80F-17597C19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F52285-DCED-4C44-A47F-0CFFD391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2/8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6A9943-8C1D-4CD3-AAFD-A82264DB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81125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95CCC-F74F-4357-B21C-A464BEB5A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81125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8334F2-42A8-4A75-AFCA-8DC84943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049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玩法流程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355D56-1A65-4A82-9F1D-918A65B8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09750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START 等待開始；PLAY 控制小鳥避開管子；碰撞後進入 GAME OVER。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657707-20C3-45E3-8F1B-3C125212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9B9C3C-6515-42F0-A386-BD30D03C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DCFC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C12B7D-B0EA-413F-B57A-C90CF35E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574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遊戲物件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36AE35-DFA8-42FE-A997-09700BB3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62250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鳥、三組管子、地板與分數都以座標控制，遊戲邏輯可直接判斷。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5FA998-502A-4C45-95BC-C042323E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FC2F24-C441-4B50-8EE9-C6989186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AA2D99-4CFE-47B7-AC1C-BA7ED676D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099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完成規則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7977F4-E4E5-41D7-AA91-D20092288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14750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已完成跳躍、下落、管子移動、碰撞死亡與 +1、+1、+5 計分。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FF5535-DAAF-4701-9762-4DCDDFC6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2875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99297E-07DC-4BAE-BC42-C903A4249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5144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開發板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A63A85-00A3-48BB-8943-B8EB9A02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5144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EGO1 FPGA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A7F839-637E-4D56-9ED8-7825C91B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38325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1D9DA7-3978-4D95-8E76-1B05A828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9240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工具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BF3669-C2A8-41FB-87CE-5568D4B0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2405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Vivado 2017.2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7C8F30-24DA-438A-AA42-98ACA061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4790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08B164-86ED-412F-A9C1-AEDAE5BA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336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語言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27DD27-6CDB-4A81-9616-954A26C2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3362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Verilog HDL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AB7D04-3F8B-487A-9B26-D8C4B336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57475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648443-385D-4184-94B8-25143865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4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顯示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30FE33-C2DD-4BB7-919E-D0390175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4320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VGA 640x480 @ 60Hz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E721E9-1625-44E4-8F2C-4A9313DF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6705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D4E137-BA6B-4F8E-824C-F2966B6E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527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輸出路徑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3FF1AE-25F3-49E2-A5A9-A280C514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1527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VGA -&gt; HDMI 擷取卡 -&gt; OBS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107AC8-9A7F-49BF-9A57-83810D82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76625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CEBE46-D2A2-4575-8C1E-3B088B4C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623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操作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B6ED17-F45E-48EC-A270-E0636BA7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6235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S4 Reset / S0 Start / S2 Flap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25265A-8EC4-45F3-9861-FD928897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101727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4B5EFC-E419-4C1F-A686-64153E38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339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專題核心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945F5B-BF71-4E44-84C0-25D2F08D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86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狀態控制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AB5C6A-B755-49A7-A7EA-EE100046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625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START、PLAY、GAME OVER 行為明確。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1BCE76-38DF-490B-907A-BB664B7B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86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遊戲邏輯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91E2FE-DBF7-45C8-AD1F-5F8F7494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6250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鳥與管子座標、碰撞、計分都有 RTL 實作。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64F63A2-0FCC-4301-BA0C-702B6EAE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486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畫面輸出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AC01547-BB31-4DC8-9485-288795FF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62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VGA 將遊戲狀態與座標畫出來。</a:t>
            </a:r>
          </a:p>
        </p:txBody>
      </p:sp>
    </p:spTree>
    <p:extLst>
      <p:ext uri="{BB962C8B-B14F-4D97-AF65-F5344CB8AC3E}">
        <p14:creationId xmlns:p14="http://schemas.microsoft.com/office/powerpoint/2010/main" val="10854904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1EE0C7-2D4C-4549-A7F4-B96E0D500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遊戲資料流架構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14D122-362C-4FE4-8E51-5F764C75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按鍵、狀態、物件座標與分數共同形成遊戲流程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6841F1-24B7-4FB6-B8CA-611CC8355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03707-AB2B-422B-BDA3-2C0FEED6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3/8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541BA1-996B-472B-AD18-FE5F8633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1143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8DD43-6FEE-4D9A-B0BF-E0078D90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022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Board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Buttons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3D02C9-7E56-4A11-AD46-6EA2AABF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9E964-2916-4391-8947-4705C2FD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76400"/>
            <a:ext cx="1238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063D4E-2FA2-416B-9D61-64CEE7BEA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800225"/>
            <a:ext cx="108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button_ctrl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pulse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8F7AAC-9A75-4934-82E5-D14004AE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1C7A56-A58D-4B7A-9786-E9572F43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676400"/>
            <a:ext cx="1238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C97523-44C5-46D7-95AB-ABD93225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800225"/>
            <a:ext cx="108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game_fsm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B79AA9-1886-46BC-94E2-79B48A4F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D4A2E6-7638-4CCA-9639-272388A9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676400"/>
            <a:ext cx="1695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9338E4-35E4-4B6C-8633-E191FA86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800225"/>
            <a:ext cx="154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bird / pipe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score / collision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110706-302B-4D3D-908B-1A7E53AE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BA8426-7530-422A-B6EA-6C7B3498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76400"/>
            <a:ext cx="13811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504211-EF14-4403-944D-354F46D7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00225"/>
            <a:ext cx="12287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vga_renderer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RGB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7CC6EE-7A7D-42AC-B98F-855C8F35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F2C0A3-0A5E-4D89-80C0-040CE255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6764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0891E1-AE7E-4F6C-9122-12AED62D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800225"/>
            <a:ext cx="895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VGA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1E629C-A4E0-474F-8EA0-97F24F01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A580C"/>
                </a:solidFill>
              </a:defRPr>
            </a:pPr>
            <a:r>
              <a:rPr sz="1725" b="1">
                <a:solidFill>
                  <a:srgbClr val="EA580C"/>
                </a:solidFill>
              </a:rPr>
              <a:t>遊戲邏輯整合流程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F085EA-083E-4791-A067-5F0BC405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8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E8F0E4-7463-445F-A2DF-EBE97BB6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S0 / S2 先轉成 pulse，分別控制開始與跳躍。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3871C8-F39B-48C1-90E1-6B00C646F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29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5AEE2B-449B-4ABE-B397-95D686EC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19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FSM 決定目前是等待、遊玩中，或遊戲結束。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EEB970-CDAC-4ED5-B07D-34A69DBF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0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DD2A21-EA4F-433F-9ED4-DAB4AA42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bird / pipe 產生座標，collision 判斷死亡，score 判斷通過管子。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0D2462-0741-4863-B301-BD88AADF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1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6CDE50-ABCE-4DF1-9A42-8470C43E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81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VGA renderer 只負責依照遊戲狀態與座標把畫面畫出來。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24C3F3-94DA-44F4-AB54-C64DE062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86100"/>
            <a:ext cx="4095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B47AE4-8B92-4E25-9C07-1E50B3DF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81350"/>
            <a:ext cx="3829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top_vga.v：模組整合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C733C6-199D-4495-84C4-463247D5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3829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button_ctrl  u_button_ctrl(...);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game_fsm     u_game_fsm(...);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bird_ctrl    u_bird_ctrl(...);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pipe_ctrl    u_pipe_ctrl(...);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score_ctrl   u_score_ctrl(...);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collision    u_collision(...);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vga_sync     u_vga_sync(...);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vga_renderer u_vga_renderer(...);</a:t>
            </a:r>
          </a:p>
        </p:txBody>
      </p:sp>
    </p:spTree>
    <p:extLst>
      <p:ext uri="{BB962C8B-B14F-4D97-AF65-F5344CB8AC3E}">
        <p14:creationId xmlns:p14="http://schemas.microsoft.com/office/powerpoint/2010/main" val="10634801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A2E853-0BE2-4A17-88FF-B9FBD3C4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FSM 與按鍵輸入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D0B279-E550-4605-94D5-1F4664C9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遊戲流程用狀態機管理，按鍵先轉成單一 clock pulse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4C7599-2460-4803-80CC-203188E6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AC2277-03F1-4DFC-9480-7B26AA8A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4/8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B9559-2C0B-41B0-A960-E2C23033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09700"/>
            <a:ext cx="152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F8C96-1102-4F10-B11D-29709D53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33525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S_IDLE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等待開始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9806B0-24B4-48A6-BF3B-A9AB0DE4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6192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CE1734-56B0-41C8-863D-569943FE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09700"/>
            <a:ext cx="152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CC2E22-7457-46CE-96E3-CF866A11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33525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S_PLAY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更新遊戲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147A28-0774-4425-A431-A2001B7B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192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FCF2CF-02AD-4FFE-9B15-D7F74B2C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409700"/>
            <a:ext cx="17621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8D90FB-977B-421B-B77A-5A4FFA55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533525"/>
            <a:ext cx="16097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S_GAME_OVER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凍結畫面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916B55-3ED1-4432-8FC5-F37D8319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2763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</a:defRPr>
            </a:pPr>
            <a:r>
              <a:rPr sz="975" b="0">
                <a:solidFill>
                  <a:srgbClr val="6B7280"/>
                </a:solidFill>
              </a:rPr>
              <a:t>start_pulse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836DB7-C821-4CD6-96F8-DB38FC705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2763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</a:defRPr>
            </a:pPr>
            <a:r>
              <a:rPr sz="975" b="0">
                <a:solidFill>
                  <a:srgbClr val="6B7280"/>
                </a:solidFill>
              </a:rPr>
              <a:t>dead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B1AC1D-A94C-44D3-9533-B132C126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288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</a:defRPr>
            </a:pPr>
            <a:r>
              <a:rPr sz="975" b="0">
                <a:solidFill>
                  <a:srgbClr val="6B7280"/>
                </a:solidFill>
              </a:rPr>
              <a:t>start_pulse 回到等待畫面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B25284-6E70-44FB-B84C-8321D0CE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4762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EEAADE-535D-49B0-BFA5-92B49CD6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449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game_fsm.v + button_ctrl.v：核心控制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55E9C1-593A-401D-8C6D-C3B48FF9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44958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game_fsm.v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S_IDLE:      if (start_pulse) next_state = S_PLAY;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S_PLAY:      if (dead)        next_state = S_GAME_OVER;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S_GAME_OVER: if (start_pulse) next_state = S_IDLE;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button_ctrl.v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start_pulse = btn_start &amp; ~btn_start_d;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flap_pulse  = btn_flap  &amp; ~btn_flap_d;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D96BF3-9677-452E-B61F-962CD4F4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81300"/>
            <a:ext cx="48387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2DFDFE-A05D-42BD-B9E6-BC1D48E0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90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控制邏輯說明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D84042-D7E5-429D-8FC7-B9D3B10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718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837F6D-55CD-40E1-9645-B588CDD9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814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狀態分工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C17449-6B3C-4573-99B1-62F35337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62350"/>
            <a:ext cx="295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IDLE 等待開始，PLAY 更新遊戲座標，GAME_OVER 保留結束畫面。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239590-6B17-4E0B-AE60-6BDE2001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A9FE80-5829-4C1C-83CD-C01332DE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按鍵處理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7AD204-F5C8-452A-B873-F34E1BB7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672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button_ctrl 將 S0 / S2 轉成 one-cycle pulse，避免長按造成多次觸發。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215BAC-258A-407E-BE09-82D560FB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196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38748D-7E71-41DF-8A94-ABD8BC27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292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更新節奏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B035E7-B5CC-4394-A732-7722A00F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911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flap_pulse 先在 top_vga 暫存，等下一個 game_tick 才更新鳥的位置。</a:t>
            </a:r>
          </a:p>
        </p:txBody>
      </p:sp>
    </p:spTree>
    <p:extLst>
      <p:ext uri="{BB962C8B-B14F-4D97-AF65-F5344CB8AC3E}">
        <p14:creationId xmlns:p14="http://schemas.microsoft.com/office/powerpoint/2010/main" val="2754738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ED069E-7257-4B90-884D-61D72D4B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Bird 與 Pipe 控制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3EFDF3-D88F-4CB3-96F7-FAAC6327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鳥和管子只在 game_tick 更新，讓遊戲速度穩定且可調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B9520-2D1C-4B30-B601-86F22876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53B71-3DD2-41E1-B3EC-B7C2481F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5/8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AF8F29-8F96-4B01-BB2C-5EB477F2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5286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53A3B-5A9C-4CBB-9FD5-FD2840F0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24000"/>
            <a:ext cx="50196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bird_ctrl.v + pipe_ctrl.v：移動參數與更新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4168FA-1ED4-48ED-A760-F962332F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5019675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bird_ctrl.v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BIRD_SIZE = 24;  FLAP_STEP = 34;  FALL_STEP = 3;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if (flap_pulse) bird_y &lt;= bird_y - FLAP_STEP;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else            bird_y &lt;= bird_y + FALL_STEP;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pipe_ctrl.v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PIPE_W = 40;  GAP_H = 180;  PIPE_SPEED = 2;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if (pipe1_x &gt; PIPE_SPEED) pipe1_x &lt;= pipe1_x - PIPE_SPEED;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else                      pipe1_x &lt;= PIPE1_RECYCLE_X;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6D9D2A-5CDD-4686-A7FD-A7BB2585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763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E00AAF-66C5-43D6-AF08-1C1912CAA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466850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鳥固定 x，只更新 y 座標。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3C29C8-11F0-48F7-BC2E-77A2C566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F1C5F0-314D-4C17-BE05-03517DD0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76425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Flap 上升，未按鍵則下落。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1569BC-A34A-4A3A-BFA1-4547B19E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955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39EFFB-8FA7-4551-A7AC-79E81178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86000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管子左移，離開畫面後回收。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1FD670-DF74-4AA2-8F6D-4BCCBC09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051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47041B-8143-4FBA-8930-CD1E5E67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95575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gap 180、speed 2，展示較穩定。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F14017-D71D-413A-A8B6-5BFADA8BB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00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50EB86-F371-442A-AE61-2B3F6397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957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Bird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18E8F2-6B23-47CC-B095-E4C864C4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957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24x24 pixel-art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6FF2D0-FF3F-46F0-BBC1-7BFE802E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8CAEDA-6A07-40D7-83E4-8E4A2DF1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2576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Flap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477313-F3B5-4221-99C6-E4884609D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5767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每次上移 34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719017-9AEE-449B-87CE-837F03EB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339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91152B-67DF-4753-BBF5-34553DD2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196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Fall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16A02A-BE4B-4A96-9A43-91CA770A8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196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 tick 下落 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94B19E-2F95-4DDB-B701-3CD84EAD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9585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1552E4-3893-45BD-8629-DA46647D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9815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Pipe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4FFD6D-F0C8-47B7-8FEE-8952C56D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8157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寬 40、gap 180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08106F-003F-48F5-BE2D-41E15D8A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578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1012F3-99F2-40B1-BE60-C5D145E2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3435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Speed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5D294B-E576-4271-81CE-07368EE4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3435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 tick 左移 2</a:t>
            </a:r>
          </a:p>
        </p:txBody>
      </p:sp>
    </p:spTree>
    <p:extLst>
      <p:ext uri="{BB962C8B-B14F-4D97-AF65-F5344CB8AC3E}">
        <p14:creationId xmlns:p14="http://schemas.microsoft.com/office/powerpoint/2010/main" val="16707245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4985EA-376F-4EC3-9CCA-FDE5838F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Collision 與 Score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3D4A5E-1DA3-49BA-BFDF-D120DA24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碰撞用矩形 overlap，計分用前後位置跨越偵測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8F21FB-F7BC-46D5-99CA-9AE35FEF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29FF76-1BA5-4525-8BAF-68ED5D58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6/8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088739-5947-4BF1-A5FA-574BDE22D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4905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03E538-A420-4E22-9168-6278A19C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47800"/>
            <a:ext cx="46386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collision.v：矩形 overlap 判斷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F08DF9-7823-487A-B6E4-0D5B2151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4638675" cy="3057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pipe1_x_overlap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(bird_right &gt; pipe1_x)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(bird_x &lt; pipe1_x + PIPE_W);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pipe1_hit_top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pipe1_x_overlap &amp;&amp; (bird_y &lt; pipe1_gap_y);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pipe1_hit_bottom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pipe1_x_overlap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(bird_bottom &gt; pipe1_gap_y + PIPE_GAP_H);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dead = hit_ground || pipe1_hit || pipe2_hit || pipe3_hit;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86B290-267A-46F8-A116-316AF110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52550"/>
            <a:ext cx="49530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7C5501-A8F6-479C-9F3D-5BED72FA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47800"/>
            <a:ext cx="4686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score_ctrl.v：每根 pipe 加分，第 3 根 +5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2E6F1-EF1D-432E-83C2-983219F5C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95450"/>
            <a:ext cx="4686300" cy="3057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pipe1_passed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(pipe1_right_prev &gt;= bird_x_ext)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(pipe1_right &lt; bird_x_ext)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(pipe1_right &lt; SCREEN_W);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if (any_pipe_passed) begin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if (passed_pipe_count == 2'd2) begin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score &lt;= score + SCORE_STEP_BONUS;  // +5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passed_pipe_count &lt;= 2'd0;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end else begin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score &lt;= score + SCORE_STEP_NORMAL; // +1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passed_pipe_count &lt;= passed_pipe_count + 2'd1;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end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5442D0-6AC6-4E4A-8503-CCE8D81A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197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預期分數序列：01 → 02 → 07 → 08 → 09 → 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24E53B-C1DD-4965-B70D-9BDA8130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重點：用 previous/current pipe_right 跨越 bird_x 偵測通過，避免同一根 pipe 在多個 clock 內重複加分。</a:t>
            </a:r>
          </a:p>
        </p:txBody>
      </p:sp>
    </p:spTree>
    <p:extLst>
      <p:ext uri="{BB962C8B-B14F-4D97-AF65-F5344CB8AC3E}">
        <p14:creationId xmlns:p14="http://schemas.microsoft.com/office/powerpoint/2010/main" val="5407128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21836C-64A2-4F14-834C-A6DD92F2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VGA 顯示重點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15E43-E20C-41D5-8DD9-C335BD59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VGA 負責把遊戲狀態與座標轉成畫面輸出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313B76-B038-4478-85E9-D348B6EC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003C4-2CFB-4D06-9CFD-AD6F8D38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7/8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CF3E05-CA44-4EC2-B502-A1823A9B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286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632526-73A3-4E77-B98A-460FD3AF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B0B545-9D27-4C03-B17F-AA441976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掃描座標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B3A353-0806-4E23-AF5D-68E4CE6B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24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產生 pixel_x / pixel_y，定位目前像素。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DDCB4C-7FA3-49ED-9C31-8A806AD5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286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C6DB7F-8279-49D7-ABB4-98AC7658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DCFC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CBFF8-504F-47FA-A4E2-DDB94A8A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畫面判斷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1CDCA-DEFD-44E5-AA7E-5C7C12E4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867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判斷像素屬於鳥、管子、分數或文字。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8AE4A8-5261-43FF-B430-6CF77CA9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286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DF3DAD-8F2D-411F-8954-0F62A97E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FEE2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5D2DB3-CE1D-4566-BDE9-514B8389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RGB 輸出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D8EF70-E604-432A-823D-A8086388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10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輸出 12-bit RGB 與同步訊號。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7E07FE-94E9-460D-A7D7-7389ACB74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6195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501813-17DB-49F4-B122-754B7972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10000"/>
            <a:ext cx="3619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50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6583A2-7928-4CB8-9E21-A172DECB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3238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13040F-FCAF-47C3-99C2-3B46D85C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19375"/>
            <a:ext cx="323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9525">
            <a:solidFill>
              <a:srgbClr val="CFFAF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20D7A1-5244-48E4-A0AF-4F1739F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7908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D0F43D-F2FE-4496-9C38-73CC1649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876550"/>
            <a:ext cx="95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15A392-6125-42B6-BDA2-C3977A22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38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4A00C7-27BF-4C50-B309-C7B812B1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76750"/>
            <a:ext cx="3619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A4A743-B537-4EC6-BD35-CF07A73F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6767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畫面整合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31D6A2-87B5-4B6F-8FE7-FCCE0678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95825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renderer 依據遊戲狀態與座標輸出對應 RGB 畫面。</a:t>
            </a:r>
          </a:p>
        </p:txBody>
      </p:sp>
    </p:spTree>
    <p:extLst>
      <p:ext uri="{BB962C8B-B14F-4D97-AF65-F5344CB8AC3E}">
        <p14:creationId xmlns:p14="http://schemas.microsoft.com/office/powerpoint/2010/main" val="4938764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F24E3F3-846C-4DE2-8BAB-94D79EF6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成果展示與影片連結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C88D8A-284E-4A23-A8D0-7A4C4B07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最終版本已完成可上板展示的 FPGA 小遊戲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121870-852D-4088-8F4E-C5669D0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B9D1F9-28A9-4EDD-8247-866ACD92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8/8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2EB12F-1952-4A1C-951E-B582BAE84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5C815E-EFA5-41C4-82E7-5CDDBF6D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66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VGA 顯示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BFB16-6F33-44A8-9826-B51B7BDF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466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640x480 @ 60Hz 成功輸出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B2C0C6-5B7E-46BE-8DA8-81647301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62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C4680C-6017-4600-9ADE-26C07BCC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47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遊戲操作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66D55-E968-4EDE-BB16-DF2A77F5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847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S0 開始、S2 跳躍、S4 reset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2B1328-A15F-49DB-972A-59B82BC0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43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964C81-97E3-4E9B-A7C4-E0B5E175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畫面狀態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0620B2-B450-49AA-92D4-ED84A79A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28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START / PLAY / GAME OVER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7D169D-9D1B-41F0-9528-CDE3E0675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65C4E8-85AC-4E28-8B12-C79DDDE3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遊戲內容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252428-5EE5-44F4-8059-A4485197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09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鳥、管子、天空、雲、地板、分數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F29920-2A11-45D5-8EFF-A4CF6B57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6A866C-CC5C-407E-A47A-CB437658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計分規則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7A851E-D2E5-494E-B2A7-6272E4DE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90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每根 pipe 加分，+1、+1、+5 循環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25A8B7-3223-4900-89D1-F0CC3811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86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789570-8ABF-49B7-A59A-B5DDE615A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Bitstream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F862C7-4D31-47CB-A607-9C010286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371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D:\ego1_top_vga_build\bitstream\top_vga.bit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C24E9C-4244-48BF-A936-FE4FC12C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38112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A580C"/>
                </a:solidFill>
              </a:defRPr>
            </a:pPr>
            <a:r>
              <a:rPr sz="1800" b="1">
                <a:solidFill>
                  <a:srgbClr val="EA580C"/>
                </a:solidFill>
              </a:rPr>
              <a:t>Demo 檢查流程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ACAA98-0FE2-4847-8C91-75659911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866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7EFB2C-9DC1-4846-8458-AD6A6750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57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燒錄最終 bitstream。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24F82A-C35F-4360-BE2C-0B6BF556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47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1B5EC6-4C64-4C0B-9A51-86FFDA96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38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確認 VGA 畫面出現 START。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4EFABE-5DEB-4260-BBD9-13566F0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28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3D5B2B-1330-4EFF-8960-5F8B41F3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19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按 S0 進入 PLAY。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1B8DAB-2B81-463E-87F3-D50231AA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09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25B350-0252-4541-9633-0A51EE44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0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按 S2 控制小鳥跳躍。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472D220-30F0-44B6-880D-ABD8B5DE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0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6EEB09-4651-4595-8FCF-EE42C326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81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通過 pipe 後分數增加。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A36EA1-C50B-4E00-88D3-9AE52E2F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71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94C157-0CFF-4C4C-92A1-98CB7907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762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碰撞後顯示 GAME OVER。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D8C0B6-AAF0-455C-872D-A4B2C0C9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05375"/>
            <a:ext cx="723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466EAD-01E8-47CD-8C9E-411CD5448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影片連結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C471EC-AE51-4B0F-9CBA-FA96AF3A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124450"/>
            <a:ext cx="542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影片連結：https://www.youtube.com/shorts/fV_7Foybtv8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87E6233-B4E6-448E-9858-1C20C20C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5775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43FD90-2AF9-4E05-B111-3066F215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981575"/>
            <a:ext cx="21812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GitHub Repo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https://github.com/awdd1212a-cmd/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ego1-flappy-bird</a:t>
            </a:r>
          </a:p>
        </p:txBody>
      </p:sp>
    </p:spTree>
    <p:extLst>
      <p:ext uri="{BB962C8B-B14F-4D97-AF65-F5344CB8AC3E}">
        <p14:creationId xmlns:p14="http://schemas.microsoft.com/office/powerpoint/2010/main" val="20977785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2026-07-21T13:33:32.2540000Z</dcterms:created>
  <dcterms:modified xsi:type="dcterms:W3CDTF">2026-07-21T13:33:32.2540000Z</dcterms:modified>
</coreProperties>
</file>