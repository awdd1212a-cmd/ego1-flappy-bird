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49bf227202414b" /><Relationship Type="http://schemas.openxmlformats.org/officeDocument/2006/relationships/extended-properties" Target="/docProps/app.xml" Id="Rf9c6f7f22c174e0d" /><Relationship Type="http://schemas.openxmlformats.org/officeDocument/2006/relationships/officeDocument" Target="/ppt/presentation.xml" Id="R405c27f34b1a40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a2e73c0dbb4ba1"/>
  </p:sldMasterIdLst>
  <p:notesMasterIdLst>
    <p:notesMasterId xmlns:r="http://schemas.openxmlformats.org/officeDocument/2006/relationships" r:id="R1daa58ef58e34be4"/>
  </p:notesMasterIdLst>
  <p:sldIdLst>
    <p:sldId xmlns:r="http://schemas.openxmlformats.org/officeDocument/2006/relationships" id="256" r:id="R80a2884de4e74103"/>
    <p:sldId xmlns:r="http://schemas.openxmlformats.org/officeDocument/2006/relationships" id="257" r:id="R89c6cf09f30d4d39"/>
    <p:sldId xmlns:r="http://schemas.openxmlformats.org/officeDocument/2006/relationships" id="258" r:id="Ra25e4857ca834849"/>
    <p:sldId xmlns:r="http://schemas.openxmlformats.org/officeDocument/2006/relationships" id="259" r:id="R7bd3b9c7293f409c"/>
    <p:sldId xmlns:r="http://schemas.openxmlformats.org/officeDocument/2006/relationships" id="260" r:id="R4cf2b7e14d6d4e64"/>
    <p:sldId xmlns:r="http://schemas.openxmlformats.org/officeDocument/2006/relationships" id="261" r:id="R9688f6d5a66f4a58"/>
    <p:sldId xmlns:r="http://schemas.openxmlformats.org/officeDocument/2006/relationships" id="262" r:id="Rfc5d4758c7b541c8"/>
    <p:sldId xmlns:r="http://schemas.openxmlformats.org/officeDocument/2006/relationships" id="263" r:id="Rb744c0a4b1214c1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ad256f8e4184f54" /><Relationship Type="http://schemas.openxmlformats.org/officeDocument/2006/relationships/slideMaster" Target="/ppt/slideMasters/slideMaster1.xml" Id="Rd3a2e73c0dbb4ba1" /><Relationship Type="http://schemas.openxmlformats.org/officeDocument/2006/relationships/notesMaster" Target="/ppt/notesMasters/notesMaster1.xml" Id="R1daa58ef58e34be4" /><Relationship Type="http://schemas.openxmlformats.org/officeDocument/2006/relationships/presProps" Target="/ppt/presProps.xml" Id="R562a8bd0085941fc" /><Relationship Type="http://schemas.openxmlformats.org/officeDocument/2006/relationships/tableStyles" Target="/ppt/tableStyles.xml" Id="Rb4ae07876f29415f" /><Relationship Type="http://schemas.openxmlformats.org/officeDocument/2006/relationships/slide" Target="/ppt/slides/slide1.xml" Id="R80a2884de4e74103" /><Relationship Type="http://schemas.openxmlformats.org/officeDocument/2006/relationships/slide" Target="/ppt/slides/slide2.xml" Id="R89c6cf09f30d4d39" /><Relationship Type="http://schemas.openxmlformats.org/officeDocument/2006/relationships/slide" Target="/ppt/slides/slide3.xml" Id="Ra25e4857ca834849" /><Relationship Type="http://schemas.openxmlformats.org/officeDocument/2006/relationships/slide" Target="/ppt/slides/slide4.xml" Id="R7bd3b9c7293f409c" /><Relationship Type="http://schemas.openxmlformats.org/officeDocument/2006/relationships/slide" Target="/ppt/slides/slide5.xml" Id="R4cf2b7e14d6d4e64" /><Relationship Type="http://schemas.openxmlformats.org/officeDocument/2006/relationships/slide" Target="/ppt/slides/slide6.xml" Id="R9688f6d5a66f4a58" /><Relationship Type="http://schemas.openxmlformats.org/officeDocument/2006/relationships/slide" Target="/ppt/slides/slide7.xml" Id="Rfc5d4758c7b541c8" /><Relationship Type="http://schemas.openxmlformats.org/officeDocument/2006/relationships/slide" Target="/ppt/slides/slide8.xml" Id="Rb744c0a4b1214c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dbc67b460a4a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e58878a9e94a66" /><Relationship Type="http://schemas.openxmlformats.org/officeDocument/2006/relationships/notesMaster" Target="/ppt/notesMasters/notesMaster1.xml" Id="R276275cc5dec4a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ea3de86966b48f0" /><Relationship Type="http://schemas.openxmlformats.org/officeDocument/2006/relationships/notesMaster" Target="/ppt/notesMasters/notesMaster1.xml" Id="R95327a7906704f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9b4f13c2964dd0" /><Relationship Type="http://schemas.openxmlformats.org/officeDocument/2006/relationships/notesMaster" Target="/ppt/notesMasters/notesMaster1.xml" Id="R55d8c44362da4f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664f4e739dd4b0c" /><Relationship Type="http://schemas.openxmlformats.org/officeDocument/2006/relationships/notesMaster" Target="/ppt/notesMasters/notesMaster1.xml" Id="R78755c3a5c0c4d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8480611d3f4039" /><Relationship Type="http://schemas.openxmlformats.org/officeDocument/2006/relationships/notesMaster" Target="/ppt/notesMasters/notesMaster1.xml" Id="R476abd7598bd47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96c3015829549ef" /><Relationship Type="http://schemas.openxmlformats.org/officeDocument/2006/relationships/notesMaster" Target="/ppt/notesMasters/notesMaster1.xml" Id="R6c2928ba650c47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f7ce5db2384d57" /><Relationship Type="http://schemas.openxmlformats.org/officeDocument/2006/relationships/notesMaster" Target="/ppt/notesMasters/notesMaster1.xml" Id="R1df056a0cf2042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613d22d75c64ce7" /><Relationship Type="http://schemas.openxmlformats.org/officeDocument/2006/relationships/notesMaster" Target="/ppt/notesMasters/notesMaster1.xml" Id="Rda39a9f0193046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b19a82490844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2000ee263c43be" /><Relationship Type="http://schemas.openxmlformats.org/officeDocument/2006/relationships/slideLayout" Target="/ppt/slideLayouts/slideLayout1.xml" Id="R02bfb9dd273a48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bfb9dd273a48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6944ff1fb417a" /><Relationship Type="http://schemas.openxmlformats.org/officeDocument/2006/relationships/notesSlide" Target="/ppt/notesSlides/notesSlide1.xml" Id="R04ce767f6e6840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98c1d8a34416d" /><Relationship Type="http://schemas.openxmlformats.org/officeDocument/2006/relationships/notesSlide" Target="/ppt/notesSlides/notesSlide2.xml" Id="Rcf00a30a7d98475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9f70272ff4515" /><Relationship Type="http://schemas.openxmlformats.org/officeDocument/2006/relationships/notesSlide" Target="/ppt/notesSlides/notesSlide3.xml" Id="R34a6d258c74b4e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82df8313b4b08" /><Relationship Type="http://schemas.openxmlformats.org/officeDocument/2006/relationships/notesSlide" Target="/ppt/notesSlides/notesSlide4.xml" Id="R40347ef2bfee46b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5458d255e4f33" /><Relationship Type="http://schemas.openxmlformats.org/officeDocument/2006/relationships/notesSlide" Target="/ppt/notesSlides/notesSlide5.xml" Id="Rb4f45e09923347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f68c631db54e4d" /><Relationship Type="http://schemas.openxmlformats.org/officeDocument/2006/relationships/notesSlide" Target="/ppt/notesSlides/notesSlide6.xml" Id="R3656ede0040846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e18beddbc41e0" /><Relationship Type="http://schemas.openxmlformats.org/officeDocument/2006/relationships/notesSlide" Target="/ppt/notesSlides/notesSlide7.xml" Id="Rdc8d5a9fae0e4f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3126719064d6e" /><Relationship Type="http://schemas.openxmlformats.org/officeDocument/2006/relationships/notesSlide" Target="/ppt/notesSlides/notesSlide8.xml" Id="Rd1f78626163a47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AAC191-B0CD-4DB6-97F3-A029F5C4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5905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EGO1 FPGA</a:t>
            </a:r>
          </a:p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Flappy Bird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BE39A-3A52-4146-8F29-F6BD26C69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BCC3D-4AE4-4991-BFE6-A3A378CB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以 Verilog HDL 在 FPGA 上完成可玩的 Flappy Bird。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A265A-AEFB-49D6-A18C-EB0B975C2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5FBBD8-0DF7-4D8C-A74B-995C40C9A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遊戲邏輯、碰撞、計分與 VGA 畫面皆由 RTL 模組實作。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E74758-2D0E-4AB7-8F3D-89346309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C3B11A-BB70-4F78-94CF-D0A928BF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正式展示：S4 Reset、S0 Start、S2 Flap，VGA to HDMI 擷取到 OBS。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882B7E-0161-4A4B-91E7-1BE5C897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2333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8C7BA0-AA7C-4DAD-8BC0-AD3945E55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14425"/>
            <a:ext cx="2181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100 MHz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Clock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EB4BB-6414-4486-BC6F-89E48861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F5384-1C4C-4647-B67C-485FF310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240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 Tick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約 60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5125B1-5C35-4B37-A10F-EF14F18A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FC6CF8-EE8F-48D6-B1D3-7C8A59CD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289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FSM / Logic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93361-3A8E-4D70-888D-EBF37F0D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1ADA5A-4B5C-40A6-A512-8D40C0EE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338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 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 + 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678925-03D1-4C94-981C-E9AB22F6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A580C"/>
                </a:solidFill>
              </a:defRPr>
            </a:pPr>
            <a:r>
              <a:rPr sz="1200" b="1">
                <a:solidFill>
                  <a:srgbClr val="EA580C"/>
                </a:solidFill>
              </a:rPr>
              <a:t>影片連結欄位放在最後一頁</a:t>
            </a:r>
          </a:p>
        </p:txBody>
      </p:sp>
    </p:spTree>
    <p:extLst>
      <p:ext uri="{BB962C8B-B14F-4D97-AF65-F5344CB8AC3E}">
        <p14:creationId xmlns:p14="http://schemas.microsoft.com/office/powerpoint/2010/main" val="9665495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9614843-55F3-4A21-A652-379F1A2C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遊戲基本功能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D85A9F-E638-4E58-B6F3-96B42D018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本專題重點是完成一個可操作、可計分、可結束的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293EE-9FC1-4402-ACDD-5066D9F3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610BF-4C63-42E4-B029-753135F91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2/8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F1417-9425-4DBC-862C-526FB45A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0B8BD-4C3A-44A8-94CA-D3095D07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B9A1B-3661-447B-A2F5-80A268B79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玩法流程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A061E-DDDD-457D-AF57-84D4AB2B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START 等待開始；PLAY 控制小鳥避開管子；碰撞後進入 GAME OVER。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4D39B-C73F-4730-9708-F6B267E6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F51162-71B5-4539-AEBA-F1B34E85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E4CBBB-6814-4771-9326-C009A959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遊戲物件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811084-0E51-4984-83A6-6EA54458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鳥、三組管子、地板與分數都以座標控制，遊戲邏輯可直接判斷。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570F4-BD85-4D81-B6DE-E0AE8C86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BA2F84-ACA5-4C21-AF30-C84D286C9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0A52C-2660-455C-958B-2179363C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完成規則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9F507-676B-4BD5-ADC7-3F7A93F7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14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已完成跳躍、下落、管子移動、碰撞死亡與 +1、+1、+5 計分。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247BA3-3CA8-444F-9EEE-643B5317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B7F551-FDF6-41E2-B893-5D377BE2D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144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開發板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A9CDF1-900D-4960-913B-55DA9A96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5144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EGO1 FPGA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728700-E567-4F18-B1C1-C69D0BBC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383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92D76-A42A-4C36-BEB0-307A3487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240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工具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68FD22-3AB6-4FBF-B169-1017177C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240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Vivado 2017.2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33BE45-836E-4A14-AFEC-1BC11660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16CF70-9553-46CD-BF67-5FA4724E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33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語言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074E5-8912-4F4C-8799-840E4E466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3362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Verilog HDL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84793A-0498-40C8-BD4F-36F0501B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5747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E1AE86-BC7D-4B4F-8D32-77253AF9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顯示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FBAD72-A615-46F0-A748-C3AF2ECDF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432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640x480 @ 60Hz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983050-3581-49C7-A08C-5DF9835D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670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DFAC31-1CDC-4050-BE0E-261D6D35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527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輸出路徑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A86C34-67B7-43D8-B3C0-6022F01C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-&gt; HDMI 擷取卡 -&gt; OBS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595F1B-72B3-4145-8461-D778362D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063E7C-FB59-4493-8237-838DE95D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操作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1218D4-1237-46F5-936F-DE7EE183A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S4 Reset / S0 Start / S2 Flap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2C01093-D5B8-4F8E-8B1C-833A386A1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17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736C79-C2AB-4A6C-A37F-C5CD5968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專題核心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016A89-3442-498B-85DC-E9674AE3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狀態控制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EBC3E3-6F67-4E57-8C9F-CA325D8B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START、PLAY、GAME OVER 行為明確。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23BB2E-0895-4228-94AA-3A69B6CB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遊戲邏輯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47FA9D-E759-426A-9049-2CA33FED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鳥與管子座標、碰撞、計分都有 RTL 實作。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FCE3F4-0D3C-4982-8E28-ACB0EA49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畫面輸出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889DFC-8059-47E5-9E57-52149691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VGA 將遊戲狀態與座標畫出來。</a:t>
            </a:r>
          </a:p>
        </p:txBody>
      </p:sp>
    </p:spTree>
    <p:extLst>
      <p:ext uri="{BB962C8B-B14F-4D97-AF65-F5344CB8AC3E}">
        <p14:creationId xmlns:p14="http://schemas.microsoft.com/office/powerpoint/2010/main" val="17933985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0F9580-9285-4A76-93C8-2BF97771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遊戲資料流架構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EC5E8-7D64-4539-9B73-3A456DC8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按鍵、狀態、物件座標與分數共同形成遊戲流程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BE9FC-92FE-4875-9A63-B757DC3A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1E0F6-0016-48F5-93F5-E5DB10E2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3/8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79AD0-61E4-4743-9AB4-0617B93E0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114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0C20A-F149-49EB-89DE-C1B0A17E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0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Board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1BCEB-1B36-4975-B55F-6C7D56D8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E98BD-FEED-4987-9EA1-536E938C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599502-8DA7-477F-90F3-92094AFC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button_ctrl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pulse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B5EEC-80F7-4EBA-9DB4-EABCF2A1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E4BEC-5164-4154-9936-1EC46D69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1245A2-9E43-4AB3-99AE-FE9BF55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game_fsm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9B6754-97BF-445B-B8BF-C332EE6C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39AA70-D20D-4B70-8EC2-C5034E1D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676400"/>
            <a:ext cx="1695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0D276A-0BC6-4A90-B792-1FFA17551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800225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score / collision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7B7DC6-D0C4-48E5-8002-2060D45C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A58C49-BBF7-4292-8D23-FEBDB230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13811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30888-CB8D-40B0-85AA-51DFBFDB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0225"/>
            <a:ext cx="12287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vga_renderer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8EEAC0-A935-41E0-BE37-488ACF9D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6D28C-88F1-4631-BD47-1AED28D9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764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6A7E7E-4FDA-464B-B355-99267730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00225"/>
            <a:ext cx="895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927F76-D97E-450D-B3D5-57A09670B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A580C"/>
                </a:solidFill>
              </a:defRPr>
            </a:pPr>
            <a:r>
              <a:rPr sz="1725" b="1">
                <a:solidFill>
                  <a:srgbClr val="EA580C"/>
                </a:solidFill>
              </a:rPr>
              <a:t>遊戲邏輯整合流程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E1D216-D3A4-458C-B885-97FC1080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5A8E2E-9D68-4B5D-8FDE-346CFD4D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S0 / S2 先轉成 pulse，分別控制開始與跳躍。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95C8D9-8A61-4B32-A540-3F75C6E5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29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EDEE01-B482-4FE6-A2B3-0BD53401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FSM 決定目前是等待、遊玩中，或遊戲結束。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2218DF-6B7B-4D19-9850-0C632F27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0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ADDA74-1C07-487E-87CF-7B0E1B7DB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bird / pipe 產生座標，collision 判斷死亡，score 判斷通過管子。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B69794-CE37-43E2-876C-BB56E69A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2AA204-1BDA-456B-BCF6-751A8ADD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VGA renderer 只負責依照遊戲狀態與座標把畫面畫出來。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FE5FBE-E373-4E58-886E-B5B8A240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2A6D03-551C-4827-A3B8-D4DB3609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81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top_vga.v：模組整合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D30A73-38F2-459E-9A21-A4D9D053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29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button_ctrl  u_button_ctrl(...);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game_fsm     u_game_fsm(...);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bird_ctrl    u_bird_ctrl(...);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pipe_ctrl    u_pipe_ctrl(...);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score_ctrl   u_score_ctrl(...);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collision    u_collision(...);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vga_sync     u_vga_sync(...);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vga_renderer u_vga_renderer(...);</a:t>
            </a:r>
          </a:p>
        </p:txBody>
      </p:sp>
    </p:spTree>
    <p:extLst>
      <p:ext uri="{BB962C8B-B14F-4D97-AF65-F5344CB8AC3E}">
        <p14:creationId xmlns:p14="http://schemas.microsoft.com/office/powerpoint/2010/main" val="6358901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BFE707-8921-4780-9FD5-1DE51A96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FSM 與按鍵輸入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3A9D0A-9132-4AD7-8F86-2E280BFC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遊戲流程用狀態機管理，按鍵先轉成單一 clock pulse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EC6C0-EE4F-4E7A-925C-0CB16945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AC40B-62F8-4CF0-956D-24F62893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4/8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544621-4DF9-43E2-A110-A047CB13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04D11-DBA9-452E-B43B-95FA15F0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S_IDLE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等待開始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0F0D3-660A-4C53-8C8D-F2807540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B73E2-8EF0-4D5D-98C5-DD2A6644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ED4C2F-C44C-4E21-ABA4-7BDE19A37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S_PLAY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更新遊戲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65720-F552-424B-9177-0C0FCDB4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1FA7A8-CF08-4A32-92D7-BD36F57D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409700"/>
            <a:ext cx="17621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A82F9-AF53-49B5-8CA6-B5848071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533525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S_GAME_OVER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凍結畫面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DC2914-BF28-4543-BA5D-B2D617E8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2763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7B08B-342F-40C0-AB62-791A278D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763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dead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0442A1-0B80-4D98-BB33-0C675103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288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 回到等待畫面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3AF63-2076-4584-A025-21616414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4F30C9-074A-46F8-BA79-7E182AB4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449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game_fsm.v + button_ctrl.v：核心控制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573F4-7CF0-4970-BAF6-DF549C56A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44958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game_fsm.v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S_IDLE:      if (start_pulse) next_state = S_PLAY;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S_PLAY:      if (dead)        next_state = S_GAME_OVER;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S_GAME_OVER: if (start_pulse) next_state = S_IDLE;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button_ctrl.v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start_pulse = btn_start &amp; ~btn_start_d;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flap_pulse  = btn_flap  &amp; ~btn_flap_d;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9B7632-97A8-4AB8-8110-9391D9AD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813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EECAFD-D66E-4C86-A5C0-5BD3F99B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控制邏輯說明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EA395-2260-4598-85E7-C2BAB11F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718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A75673-9D78-49E4-9A27-C6FDCCF6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狀態分工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08944E-F6A6-4BBB-B8A5-27BFAEEF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IDLE 等待開始，PLAY 更新遊戲座標，GAME_OVER 保留結束畫面。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462C82-BD19-455E-A36E-A1225EB0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F49D44-38AA-4148-A006-5F95ED18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按鍵處理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BF8A7D-A628-49F7-8E14-88CD201DF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67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button_ctrl 將 S0 / S2 轉成 one-cycle pulse，避免長按造成多次觸發。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7D11A9-919D-4310-9992-2D9AE05D0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96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05DD31-73FD-4995-9A94-BF38948D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更新節奏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5AA487-BFD8-4709-980B-9609D7A91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911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flap_pulse 先在 top_vga 暫存，等下一個 game_tick 才更新鳥的位置。</a:t>
            </a:r>
          </a:p>
        </p:txBody>
      </p:sp>
    </p:spTree>
    <p:extLst>
      <p:ext uri="{BB962C8B-B14F-4D97-AF65-F5344CB8AC3E}">
        <p14:creationId xmlns:p14="http://schemas.microsoft.com/office/powerpoint/2010/main" val="699301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0642BB-A597-440F-BEEE-8FBD6C12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Bird 與 Pipe 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D7A14-5A28-483D-B490-F2FAF60D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鳥和管子只在 game_tick 更新，讓遊戲速度穩定且可調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57AF63-BCA7-4458-9EEE-2978B4C0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A46E-B9AC-4541-963A-443F112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8AFE4-1F73-47AE-9423-C6CC3F94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286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111DD-3502-41AA-80D7-561CB4C9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501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bird_ctrl.v + pipe_ctrl.v：移動參數與更新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CFD3CA-17A5-49C7-9EBD-2E409DD6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501967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bird_ctrl.v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BIRD_SIZE = 24;  FLAP_STEP = 34;  FALL_STEP = 3;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(flap_pulse) bird_y &lt;= bird_y - FLAP_STEP;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bird_y &lt;= bird_y + FALL_STEP;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pipe_ctrl.v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PIPE_W = 40;  GAP_H = 180;  PIPE_SPEED = 2;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(pipe1_x &gt; PIPE_SPEED) pipe1_x &lt;= pipe1_x - PIPE_SPEED;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          pipe1_x &lt;= PIPE1_RECYCLE_X;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1A598-6D2B-4F4E-9921-C41DACF6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763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7EA2A9-E882-4304-880E-4CA271A3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鳥固定 x，只更新 y 座標。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312DCB-BCCA-4B15-AE1E-FE6BCC31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EDB74C-D73E-49DF-844D-A2E59471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7642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Flap 上升，未按鍵則下落。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5EF76-B7F9-4226-9BC2-CC5B820A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818CC-091B-4D89-9850-43E07EC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8600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管子左移，離開畫面後回收。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46FD59-0593-4350-8621-9C8796FF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79F29A-01FA-48CE-9A40-9AFDE153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9557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gap 180、speed 2，展示較穩定。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22BA35-CA9E-4B7F-AEDA-6C3042CC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8C4F9-2D04-4EA9-B4F6-46150D8E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957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E303B-4B4D-4397-89A6-AA134CDA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957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24x24 pixel-art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852AF7-2850-4947-82D8-A8FB9E101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0CC645-A963-46AD-AB69-3A511534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576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60BA8-F24C-4B93-BD8C-3F982911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576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每次上移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E4D56B-96F2-40C7-B333-F2167218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BBC386-F3F8-496B-A989-4F59FD3A5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19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2E0DB1-EB57-4A02-B69D-4BAAFE3F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下落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B1499D-D976-40EB-BA04-01E92E7D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23A577-9A5B-41B8-A66F-109C12D4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815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Pipe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8EFC92-B121-4B36-A4B4-D2173EB9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815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寬 40、gap 180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5F75AD-C6AA-48B8-8C76-AC4906AF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578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AC8090-C3CD-4DDF-9E99-3401C807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43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Speed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4D56A-4364-4632-83AF-B34FABFC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435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左移 2</a:t>
            </a:r>
          </a:p>
        </p:txBody>
      </p:sp>
    </p:spTree>
    <p:extLst>
      <p:ext uri="{BB962C8B-B14F-4D97-AF65-F5344CB8AC3E}">
        <p14:creationId xmlns:p14="http://schemas.microsoft.com/office/powerpoint/2010/main" val="18266638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CAACD-767E-4C1A-9BF2-53A44987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Collision 與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02D76E-8F18-496A-B6E9-A3133FAB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碰撞用矩形 overlap，計分用前後位置跨越偵測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07ACF0-C904-41DF-B1AE-A4E2E20C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7A686-6AAA-4A3C-8373-EFE583B4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6/8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CD19B6-7561-4EE2-981C-7AC0740F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4905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1A028D-821D-4DE3-96B6-F7EDECA7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47800"/>
            <a:ext cx="4638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collision.v：矩形 overlap 判斷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498A10-2FB0-44FE-B3F6-2D9C29F88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4638675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pipe1_x_overlap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(bird_right &gt; pipe1_x)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(bird_x &lt; pipe1_x + PIPE_W);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pipe1_hit_top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 (bird_y &lt; pipe1_gap_y);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pipe1_hit_bottom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(bird_bottom &gt; pipe1_gap_y + PIPE_GAP_H);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dead = hit_ground || pipe1_hit || pipe2_hit || pipe3_hit;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2FB23-9C04-4710-9DAF-D33636EF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4953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E58F3F-92AB-4E8C-A1E1-72E8D72C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47800"/>
            <a:ext cx="468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score_ctrl.v：每根 pipe 加分，第 3 根 +5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730AEE-C825-409A-A531-5A96D48A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4686300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pipe1_passed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(pipe1_right_prev &gt;=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SCREEN_W);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(any_pipe_passed)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if (passed_pipe_count == 2'd2)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SCORE_STEP_BONUS;  // +5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2'd0;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 else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SCORE_STEP_NORMAL; // +1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passed_pipe_count + 2'd1;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DA627-7572-48EA-9700-52AB477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預期分數序列：01 → 02 → 07 → 08 → 09 → 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C3F581-1F64-484B-905C-0BE1493AE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重點：用 previous/current pipe_right 跨越 bird_x 偵測通過，避免同一根 pipe 在多個 clock 內重複加分。</a:t>
            </a:r>
          </a:p>
        </p:txBody>
      </p:sp>
    </p:spTree>
    <p:extLst>
      <p:ext uri="{BB962C8B-B14F-4D97-AF65-F5344CB8AC3E}">
        <p14:creationId xmlns:p14="http://schemas.microsoft.com/office/powerpoint/2010/main" val="18172606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3107D6-4623-4F64-B3AC-2FEF42F2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VGA 顯示重點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53D9C5-02DA-4B20-86BD-606E611C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VGA 負責把遊戲狀態與座標轉成畫面輸出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565D4-B4B8-44F5-81A9-EC084A25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1AD5A-4536-4989-8D11-7B1D3215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7/8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C479CE-A604-4867-B699-35764723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A4361-2274-4851-AA30-30549B0D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7DA64-672A-4D36-951B-CA953D5B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掃描座標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81DBC4-3C4F-4B34-8CBD-B47C2A7A4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產生 pixel_x / pixel_y，定位目前像素。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EA7FC-42CA-4519-B0F3-84D50CFD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E2E40-C582-4F9D-AD26-4F4D5EC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55521-9831-4E76-A71E-02468FE6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畫面判斷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2F3C8-CB5A-4F95-A16A-23B058CC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67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判斷像素屬於鳥、管子、分數或文字。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E734A9-F4BE-4011-AC2E-CE1BF891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D51BCA-0686-4FD2-9420-8DD4310A9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0FA894-AB94-402F-842E-CE1708FE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RGB 輸出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C82DB0-9049-48E8-BD5B-C44481C9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0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輸出 12-bit RGB 與同步訊號。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57409-719B-4599-9D5B-EDE60C82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619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9E8AC4-DAD5-4256-9996-6D6A77FE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50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043C6F-4774-4E01-8D42-F86A1E59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3238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0E78FC-9052-4CBE-8967-D68B3F22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32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FFAF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19A9A9-9AD0-4DDB-9A96-7D91BB54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7908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A47EDB-B58E-4D47-9AE7-051E7CB5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876550"/>
            <a:ext cx="95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C99674-D6B3-43F1-8319-A3A6472A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F57338-8313-4000-9FE1-3D6F05F1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361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5E96DE-D957-430C-817A-47175396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767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這頁重點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9B8D11-7B72-4E60-9B81-0584ECB8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9582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VGA 只負責顯示，遊戲規則已在前面模組完成。</a:t>
            </a:r>
          </a:p>
        </p:txBody>
      </p:sp>
    </p:spTree>
    <p:extLst>
      <p:ext uri="{BB962C8B-B14F-4D97-AF65-F5344CB8AC3E}">
        <p14:creationId xmlns:p14="http://schemas.microsoft.com/office/powerpoint/2010/main" val="13077428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45FC13-DE40-4D58-8A6B-51C8090DC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成果展示與影片連結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63D8B7-CCD5-4B0D-BD8F-4681DBBF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最終版本已完成可上板展示的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AC0C0B-FA9F-4784-B595-3A6F8D2C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B212CD-6611-4C86-B6B6-A008C22B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8/8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97D8E-7E37-4129-8538-C92FC56F5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03EEE-47D4-4A9D-84E3-DF891FF89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VGA 顯示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4D8DF-F8E8-440F-AAB2-F9BDDEE6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66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640x480 @ 60Hz 成功輸出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BB72E9-535B-48E3-A814-77E70D4A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9BEFEA-39BD-4500-AB3A-686B60AF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遊戲操作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39CB7C-8FD8-4C58-9FB4-9ADA39C48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47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S0 開始、S2 跳躍、S4 reset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DB040-D538-4055-A29E-80548294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DC9C0-945A-4B06-AFCF-B5502933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畫面狀態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D87B3B-0D49-419D-8A7F-B0FE1893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28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START / PLAY / GAME 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4D7D3-2D4E-408E-A882-C352CD5C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EA843A-E7B8-49E9-A179-93DBDDE9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遊戲內容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93905-EA68-4111-B89C-30907A8C7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鳥、管子、天空、雲、地板、分數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BDC12-248E-4A8D-B933-81DB75B45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D62334-A804-44BE-9706-92E1D42DC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計分規則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709DC5-A440-4168-B099-256D0DAF7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每根 pipe 加分，+1、+1、+5 循環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4A366-B84F-48CE-8325-48EE73AE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F1CFF-8DA2-45A1-8692-AF05C02B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Bitstream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EC068C-BEF4-4870-A422-72B7A6282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71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D:\ego1_top_vga_build\bitstream\top_vga.bit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64ACEE-9D32-40AC-A20A-C27AB044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81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580C"/>
                </a:solidFill>
              </a:defRPr>
            </a:pPr>
            <a:r>
              <a:rPr sz="1800" b="1">
                <a:solidFill>
                  <a:srgbClr val="EA580C"/>
                </a:solidFill>
              </a:rPr>
              <a:t>Demo 檢查流程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596D56-F39E-4793-BB58-77EA4A7D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E19B65-6275-449F-8D4E-3844E65C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57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燒錄最終 bitstream。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A3C6AF-2D8D-43C2-BFE0-1B09456E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F96688-4CB6-4C60-A284-7F973EF9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38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確認 VGA 畫面出現 START。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BD486B-942F-4226-915C-E2B5BB56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1000E9B-F58D-4A2D-AFB0-3BC46749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19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S0 進入 PLAY。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6C66D9-25D1-4698-A245-8B42AE67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09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304436-021A-495D-8F5C-F73DDAC3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S2 控制小鳥跳躍。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3C5143-9A96-458A-9E80-E7250E50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EF8D64-C157-4125-987D-A42C21E7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通過 pipe 後分數增加。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BA3246-4DC9-474A-9FBB-A6D96D9D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71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C77565-B466-4B03-8DC2-3ED0A82D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62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碰撞後顯示 GAME OVER。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DC8482-C96E-43F7-B1BA-C8A5503C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723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E98F1D-F954-4C32-9470-424E14ED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影片連結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354E64-6F25-48DF-A877-AEB09EE1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2445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請貼上最終展示影片 URL：________________________________________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8DDF53-D03A-40E4-AD07-0B2CCA32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57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62F586-4A48-428E-8656-48DF8F42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81575"/>
            <a:ext cx="21812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GitHub Repo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https://github.com/awdd1212a-cmd/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ego1-flappy-bird</a:t>
            </a:r>
          </a:p>
        </p:txBody>
      </p:sp>
    </p:spTree>
    <p:extLst>
      <p:ext uri="{BB962C8B-B14F-4D97-AF65-F5344CB8AC3E}">
        <p14:creationId xmlns:p14="http://schemas.microsoft.com/office/powerpoint/2010/main" val="4447148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2026-07-21T10:00:59.2150000Z</dcterms:created>
  <dcterms:modified xsi:type="dcterms:W3CDTF">2026-07-21T10:00:59.2150000Z</dcterms:modified>
</coreProperties>
</file>