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a117b5ec624a41" /><Relationship Type="http://schemas.openxmlformats.org/officeDocument/2006/relationships/extended-properties" Target="/docProps/app.xml" Id="R9cb6aa9a9fea405b" /><Relationship Type="http://schemas.openxmlformats.org/officeDocument/2006/relationships/officeDocument" Target="/ppt/presentation.xml" Id="Rbfd7ae3ae9e840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86bfea39a748ac"/>
  </p:sldMasterIdLst>
  <p:notesMasterIdLst>
    <p:notesMasterId xmlns:r="http://schemas.openxmlformats.org/officeDocument/2006/relationships" r:id="Rbb51c2d26b6e4c99"/>
  </p:notesMasterIdLst>
  <p:sldIdLst>
    <p:sldId xmlns:r="http://schemas.openxmlformats.org/officeDocument/2006/relationships" id="256" r:id="R369adaf007e24c62"/>
    <p:sldId xmlns:r="http://schemas.openxmlformats.org/officeDocument/2006/relationships" id="257" r:id="Rc589261598354f35"/>
    <p:sldId xmlns:r="http://schemas.openxmlformats.org/officeDocument/2006/relationships" id="258" r:id="R63a94e11944c4423"/>
    <p:sldId xmlns:r="http://schemas.openxmlformats.org/officeDocument/2006/relationships" id="259" r:id="Rc636348bf28d44a7"/>
    <p:sldId xmlns:r="http://schemas.openxmlformats.org/officeDocument/2006/relationships" id="260" r:id="R6db266921e3f46b2"/>
    <p:sldId xmlns:r="http://schemas.openxmlformats.org/officeDocument/2006/relationships" id="261" r:id="R28e3e798d071456a"/>
    <p:sldId xmlns:r="http://schemas.openxmlformats.org/officeDocument/2006/relationships" id="262" r:id="R9a5a9f10904948e6"/>
    <p:sldId xmlns:r="http://schemas.openxmlformats.org/officeDocument/2006/relationships" id="263" r:id="R8b15b70aac4b4f6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ffcfde89d74a70" /><Relationship Type="http://schemas.openxmlformats.org/officeDocument/2006/relationships/slideMaster" Target="/ppt/slideMasters/slideMaster1.xml" Id="Rd286bfea39a748ac" /><Relationship Type="http://schemas.openxmlformats.org/officeDocument/2006/relationships/notesMaster" Target="/ppt/notesMasters/notesMaster1.xml" Id="Rbb51c2d26b6e4c99" /><Relationship Type="http://schemas.openxmlformats.org/officeDocument/2006/relationships/presProps" Target="/ppt/presProps.xml" Id="R8d89a269e49442ab" /><Relationship Type="http://schemas.openxmlformats.org/officeDocument/2006/relationships/tableStyles" Target="/ppt/tableStyles.xml" Id="R4ee487505f8a4316" /><Relationship Type="http://schemas.openxmlformats.org/officeDocument/2006/relationships/slide" Target="/ppt/slides/slide1.xml" Id="R369adaf007e24c62" /><Relationship Type="http://schemas.openxmlformats.org/officeDocument/2006/relationships/slide" Target="/ppt/slides/slide2.xml" Id="Rc589261598354f35" /><Relationship Type="http://schemas.openxmlformats.org/officeDocument/2006/relationships/slide" Target="/ppt/slides/slide3.xml" Id="R63a94e11944c4423" /><Relationship Type="http://schemas.openxmlformats.org/officeDocument/2006/relationships/slide" Target="/ppt/slides/slide4.xml" Id="Rc636348bf28d44a7" /><Relationship Type="http://schemas.openxmlformats.org/officeDocument/2006/relationships/slide" Target="/ppt/slides/slide5.xml" Id="R6db266921e3f46b2" /><Relationship Type="http://schemas.openxmlformats.org/officeDocument/2006/relationships/slide" Target="/ppt/slides/slide6.xml" Id="R28e3e798d071456a" /><Relationship Type="http://schemas.openxmlformats.org/officeDocument/2006/relationships/slide" Target="/ppt/slides/slide7.xml" Id="R9a5a9f10904948e6" /><Relationship Type="http://schemas.openxmlformats.org/officeDocument/2006/relationships/slide" Target="/ppt/slides/slide8.xml" Id="R8b15b70aac4b4f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10ae1c6f4f41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362dcd5fc346a6" /><Relationship Type="http://schemas.openxmlformats.org/officeDocument/2006/relationships/notesMaster" Target="/ppt/notesMasters/notesMaster1.xml" Id="R519554c397f542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d7058aa38c4397" /><Relationship Type="http://schemas.openxmlformats.org/officeDocument/2006/relationships/notesMaster" Target="/ppt/notesMasters/notesMaster1.xml" Id="R157fcef53e0645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b5eddf84764754" /><Relationship Type="http://schemas.openxmlformats.org/officeDocument/2006/relationships/notesMaster" Target="/ppt/notesMasters/notesMaster1.xml" Id="R05d3af9256b245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a4e6d5f86c44b6" /><Relationship Type="http://schemas.openxmlformats.org/officeDocument/2006/relationships/notesMaster" Target="/ppt/notesMasters/notesMaster1.xml" Id="R21686beb2a8745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d09e9b9cd54a39" /><Relationship Type="http://schemas.openxmlformats.org/officeDocument/2006/relationships/notesMaster" Target="/ppt/notesMasters/notesMaster1.xml" Id="R32459102aa244d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5d1e9e83a2418c" /><Relationship Type="http://schemas.openxmlformats.org/officeDocument/2006/relationships/notesMaster" Target="/ppt/notesMasters/notesMaster1.xml" Id="R5b60c125b06844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c348c68a564b9e" /><Relationship Type="http://schemas.openxmlformats.org/officeDocument/2006/relationships/notesMaster" Target="/ppt/notesMasters/notesMaster1.xml" Id="R0332f211ffcb4d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54f99cb3134475" /><Relationship Type="http://schemas.openxmlformats.org/officeDocument/2006/relationships/notesMaster" Target="/ppt/notesMasters/notesMaster1.xml" Id="R8b3a0290c70e4e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782f768a4c4d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5a0751a325450d" /><Relationship Type="http://schemas.openxmlformats.org/officeDocument/2006/relationships/slideLayout" Target="/ppt/slideLayouts/slideLayout1.xml" Id="R81fc67e1a46e40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fc67e1a46e40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7c8987b434507" /><Relationship Type="http://schemas.openxmlformats.org/officeDocument/2006/relationships/notesSlide" Target="/ppt/notesSlides/notesSlide1.xml" Id="R6f8b40b4024846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ac9e0684a4cae" /><Relationship Type="http://schemas.openxmlformats.org/officeDocument/2006/relationships/notesSlide" Target="/ppt/notesSlides/notesSlide2.xml" Id="R4534a3dbed9245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601dc38394edc" /><Relationship Type="http://schemas.openxmlformats.org/officeDocument/2006/relationships/notesSlide" Target="/ppt/notesSlides/notesSlide3.xml" Id="Rb5ba290911e644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aae3f5a084115" /><Relationship Type="http://schemas.openxmlformats.org/officeDocument/2006/relationships/notesSlide" Target="/ppt/notesSlides/notesSlide4.xml" Id="Rff4fba3fdebd4e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45917f5364138" /><Relationship Type="http://schemas.openxmlformats.org/officeDocument/2006/relationships/notesSlide" Target="/ppt/notesSlides/notesSlide5.xml" Id="Rc44e9a414d234a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27767303b40a2" /><Relationship Type="http://schemas.openxmlformats.org/officeDocument/2006/relationships/notesSlide" Target="/ppt/notesSlides/notesSlide6.xml" Id="Rc5b4ed2a33d242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7840f05d446c3" /><Relationship Type="http://schemas.openxmlformats.org/officeDocument/2006/relationships/notesSlide" Target="/ppt/notesSlides/notesSlide7.xml" Id="Re97dab76dc8547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4812de4b04c37" /><Relationship Type="http://schemas.openxmlformats.org/officeDocument/2006/relationships/notesSlide" Target="/ppt/notesSlides/notesSlide8.xml" Id="Rb7f246368dbd4d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9AA233-1298-465C-B4DD-9E100AE5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"/>
            <a:ext cx="5905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EGO1 FPGA</a:t>
            </a:r>
          </a:p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Flappy Bird 小遊戲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77F2A-8BD5-4D3F-A451-0D1E4C1E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57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E0E99-E9BF-4987-9330-D0698088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以 Verilog HDL 在 FPGA 上完成可玩的 Flappy Bird。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52007-3224-4509-B492-79AF6054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91F91F-6D67-4137-BD04-307B4419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遊戲邏輯、碰撞、計分與 VGA 畫面皆由 RTL 模組實作。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D8B77-171D-4D50-9319-61241C18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814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4C200A-CBC2-4A9E-9815-38C9A448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正式展示：S4 Reset、S0 Start、S2 Flap，VGA to HDMI 擷取到 OBS。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5F3AB3-83AE-4561-9653-15E25910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90600"/>
            <a:ext cx="2333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D1488-4CC5-48A2-95E9-EDF41E86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14425"/>
            <a:ext cx="21812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100 MHz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Clock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6BC6D-1DE9-4E24-B646-F5B04E0C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4A982-8FB4-4BD8-8688-8E372FF2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240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 Tick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約 60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D6A19B-D270-4DA5-AC17-27EA54B5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CCD1D-2A37-453D-BA60-B04A3E11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289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FSM / Logic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5C2C0A-6521-4006-941A-6538B641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F88AE0-1F9C-47E3-B671-49193526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338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 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 + 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7C04C5-332E-44B9-BDF4-1F5AF0F5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198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A580C"/>
                </a:solidFill>
              </a:defRPr>
            </a:pPr>
            <a:r>
              <a:rPr sz="1200" b="1">
                <a:solidFill>
                  <a:srgbClr val="EA580C"/>
                </a:solidFill>
              </a:rPr>
              <a:t>影片連結欄位放在最後一頁</a:t>
            </a:r>
          </a:p>
        </p:txBody>
      </p:sp>
    </p:spTree>
    <p:extLst>
      <p:ext uri="{BB962C8B-B14F-4D97-AF65-F5344CB8AC3E}">
        <p14:creationId xmlns:p14="http://schemas.microsoft.com/office/powerpoint/2010/main" val="19786312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35BCFC-C5E0-4E39-B211-2926771E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遊戲基本功能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94E48-D1AF-4173-83EA-9B0F4FF0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本專題重點是完成一個可操作、可計分、可結束的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20ADF-E852-4BF9-A88D-AEB829AD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D7847-3210-43B5-AAF0-9E317087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2/8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9A30A-B7BF-447E-AB0A-E6BB1429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0DEFF-2537-4B31-ADCA-64826D0A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3DCCD-C751-411B-818E-9022E7BB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04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玩法流程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A8F722-E748-4BDA-A524-EABB19C1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START 等待開始；PLAY 控制小鳥避開管子；碰撞後進入 GAME OVER。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F336C-E6F7-4D85-9733-DBADC283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EEFE3-23EB-4C24-A198-FC446D13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E4A07-D874-4DD3-BC44-F72B97F2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遊戲物件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A6EFA-316B-405D-AA83-1FC75C50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鳥、三組管子、地板與分數都以座標控制，遊戲邏輯可直接判斷。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6BDA53-0501-4347-A09D-5F877B49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9C157B-CD4D-4771-9BA7-066BBE9E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EB1D1-8898-4C4B-8C44-8C7C1192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9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完成規則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8F2AA5-E267-479E-8EA3-773F3A6C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14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已完成跳躍、下落、管子移動、碰撞死亡與 +1、+1、+5 計分。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A0D7C-D635-42AE-ADF3-24B81638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8A573-47E8-4AFD-A062-B04C0E33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144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開發板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25000F-C888-461F-B566-BD46C76D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5144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EGO1 FPGA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E0579-EE18-4C23-9C7C-8370D7EA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383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92372-299C-4FAA-B074-4A2F4201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240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工具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F4367-7357-4E0C-AC22-07C09DD9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240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Vivado 2017.2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C15CF0-9C4F-4C76-B6D9-CD89283A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53E2D7-1E51-468B-9963-2D076277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33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語言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C482D3-EFC8-42AC-99AA-5DB1C7E6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3362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Verilog HDL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6214DF-CAF8-407D-B882-FD7AB1B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5747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5BFE61-96F6-4029-AEC1-9F881283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4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顯示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7D7286-BD18-4C29-AF82-1F60BD5D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432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640x480 @ 60Hz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242475-3EBB-4343-96AD-696A3DB0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670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BA9277-8CE0-427C-8571-FF923A76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527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輸出路徑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4A650A-5149-449A-BA85-302BC8ED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527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-&gt; HDMI 擷取卡 -&gt; OBS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42AF23-1FBB-46D9-AD52-950F6102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766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75CF12-7FC6-43C3-90E1-3601E46C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操作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F35F80-FD02-43CB-9495-A5333A12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S4 Reset / S0 Start / S2 Flap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AB9A7-BC9C-4257-A560-132F7657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17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DFA91F-0FD2-4B3E-A9D0-D0B7DC37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專題核心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A1B97F-0DF1-4455-AF03-BF4E7945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狀態控制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827B3A-8671-462D-AA73-A6323D3E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START、PLAY、GAME OVER 行為明確。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243702-A0EB-437F-91F6-B5793F58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遊戲邏輯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0863A-1EC5-4E51-8592-251DD1A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鳥與管子座標、碰撞、計分都有 RTL 實作。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3EE0A2-CAF3-4328-9A3F-055C15E1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畫面輸出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65E93-AED3-4667-AC3B-8AE1EBB6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VGA 將遊戲狀態與座標畫出來。</a:t>
            </a:r>
          </a:p>
        </p:txBody>
      </p:sp>
    </p:spTree>
    <p:extLst>
      <p:ext uri="{BB962C8B-B14F-4D97-AF65-F5344CB8AC3E}">
        <p14:creationId xmlns:p14="http://schemas.microsoft.com/office/powerpoint/2010/main" val="12611508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0420D4-FECE-4653-BF67-0454A847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遊戲資料流架構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65765-3D01-457B-8169-57840826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按鍵、狀態、物件座標與分數共同形成遊戲流程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83600-120C-4C04-96A5-ADACF0A6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6CA95-A3AC-451E-9E75-6EEADCC3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3/8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6B1A9-4513-4D71-ADD0-93666870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114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68222-2900-404B-8003-890CA5A5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02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Board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50D95-EEAA-4AB7-9E47-016761D0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2BE4A-81DE-4B8F-A2FD-5C5037A6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72B69-3371-4B1F-92FF-153E3876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button_ctrl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pulse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7FC4D-9C91-4DB9-8EA6-8C4A0DD6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EDA32-7F44-43C2-B905-B468891A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B060-F72F-4962-9A9F-B990E8E4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game_fsm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BB054-B1B8-4608-994B-14720552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FE8D8-4662-4D0B-B928-ECF488CA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676400"/>
            <a:ext cx="1695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E7572-881E-4218-9CB9-4285C9B2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800225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score / collision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F14A7-A49A-4CBB-9D52-2AA11D50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A30FC-EE7A-4E17-8062-2F594AE3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13811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1C498D-653C-4C14-8563-5CA1DF00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0225"/>
            <a:ext cx="12287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vga_renderer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90505C-98E4-4A21-9653-B09C835D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7122A-CA4D-42C6-AFA4-AE3D9BD6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764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D36ED1-4F77-42A5-BCA5-E379F485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00225"/>
            <a:ext cx="895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BD30A-C62F-4D82-8BDE-859EF35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A580C"/>
                </a:solidFill>
              </a:defRPr>
            </a:pPr>
            <a:r>
              <a:rPr sz="1725" b="1">
                <a:solidFill>
                  <a:srgbClr val="EA580C"/>
                </a:solidFill>
              </a:rPr>
              <a:t>遊戲邏輯整合流程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A54EB6-3B5D-4BF9-839F-DDE90EB0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D92646-E522-4869-A669-A5B65144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S0 / S2 先轉成 pulse，分別控制開始與跳躍。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BD0930-B777-4941-BA32-E8C0DD37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29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157AA3-D575-49B7-B177-626D43F7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FSM 決定目前是等待、遊玩中，或遊戲結束。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5217C-0D7C-4C8B-B775-6D7C2CE1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0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1A7229-2C47-46FE-86C3-47EE3974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bird / pipe 產生座標，collision 判斷死亡，score 判斷通過管子。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F7497-3DF7-4766-BB87-DD526452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590023-6502-4CF0-B772-645609D5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VGA renderer 只負責依照遊戲狀態與座標把畫面畫出來。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E703E0-A601-4B54-AD24-8BC1CE90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E4BCCD-D455-4D78-9120-4E9B476D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81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top_vga.v：模組整合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56FF80-B7EE-4432-982C-D6A41AB7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829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button_ctrl  u_button_ctrl(...);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game_fsm     u_game_fsm(...);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bird_ctrl    u_bird_ctrl(...);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pipe_ctrl    u_pipe_ctrl(...);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score_ctrl   u_score_ctrl(...);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collision    u_collision(...);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vga_sync     u_vga_sync(...);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vga_renderer u_vga_renderer(...);</a:t>
            </a:r>
          </a:p>
        </p:txBody>
      </p:sp>
    </p:spTree>
    <p:extLst>
      <p:ext uri="{BB962C8B-B14F-4D97-AF65-F5344CB8AC3E}">
        <p14:creationId xmlns:p14="http://schemas.microsoft.com/office/powerpoint/2010/main" val="1169554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948813-06BF-42AA-BB56-3F3E890E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FSM 與按鍵輸入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E3925-E9E7-4801-A00D-D49F1DD9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遊戲流程用狀態機管理，按鍵先轉成單一 clock pulse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98C6D-A95D-4DC4-9185-F06AC170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819FE-A62D-4C34-9A05-93921D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4/8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0D201-CF6A-4CF0-9ACE-8410718F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BF667-30D7-4145-9CCA-1FB90019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S_IDLE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等待開始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169399-E941-471E-93C5-0AC979DF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495E2A-9B79-4FB4-82DD-25B2CD1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C14C6-6945-41C9-A26B-60C222F6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S_PLAY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更新遊戲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AE765A-BAFA-4875-B77F-00FD8B87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23AA8-F084-4963-95B5-99C7294F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409700"/>
            <a:ext cx="17621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9D1C0C-AB19-416E-A2BF-6AF50824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533525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S_GAME_OVER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凍結畫面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CCBDC8-8219-47AE-9926-154F389A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2763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FBF2E5-547F-4AA5-BC1E-AA1B39F8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763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dead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AA27D-3129-4B1E-B3EA-981D8278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288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 回到等待畫面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F2036-5197-42B8-8405-419526E0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EF691D-FB52-48A2-B24D-9DAC32C9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449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game_fsm.v + button_ctrl.v：核心控制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7786D2-7354-4989-B88C-AB7DEFE6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44958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game_fsm.v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S_IDLE:      if (start_pulse) next_state = S_PLAY;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S_PLAY:      if (dead)        next_state = S_GAME_OVER;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S_GAME_OVER: if (start_pulse) next_state = S_IDLE;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button_ctrl.v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start_pulse = btn_start &amp; ~btn_start_d;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flap_pulse  = btn_flap  &amp; ~btn_flap_d;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CA06F8-2C9F-4DD2-9E3A-A4FBBDFF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81300"/>
            <a:ext cx="48387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EF41B7-F90D-4788-AD5D-D5E05E9B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控制邏輯說明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959552-C2C8-4784-94CA-A76CEB5D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718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6AF372-DD12-49CB-B4CC-249CD3BB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814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狀態分工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A27172-EB13-480C-9C1E-1EFC413A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295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IDLE 等待開始，PLAY 更新遊戲座標，GAME_OVER 保留結束畫面。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58400-AADA-4997-9CC8-41624D5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9B51F2-5EF6-4055-88B7-B30A6D53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按鍵處理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6683AB-C901-42EF-80BD-19671F98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67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button_ctrl 將 S0 / S2 轉成 one-cycle pulse，避免長按造成多次觸發。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4F3D4-EB73-4DF9-8099-1C267D91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96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E55F41-CEE5-4AFF-BC42-21133004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更新節奏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E388A6-6FE5-4DEA-9796-ABA29655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911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flap_pulse 先在 top_vga 暫存，等下一個 game_tick 才更新鳥的位置。</a:t>
            </a:r>
          </a:p>
        </p:txBody>
      </p:sp>
    </p:spTree>
    <p:extLst>
      <p:ext uri="{BB962C8B-B14F-4D97-AF65-F5344CB8AC3E}">
        <p14:creationId xmlns:p14="http://schemas.microsoft.com/office/powerpoint/2010/main" val="1351782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8A0A76-F8EA-4A70-A391-AD69376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Bird 與 Pipe 控制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191F3-63BA-404D-84B3-63F7102D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鳥和管子只在 game_tick 更新，讓遊戲速度穩定且可調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A1D50D-9F65-4C35-8274-C2D12F72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DEFBD-FBCF-48DB-B80C-2F96204E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E8D959-5496-4668-87BA-2D758DA0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286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76895-431B-4A03-B3B7-E1E51774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501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bird_ctrl.v + pipe_ctrl.v：移動參數與更新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F84B3-9234-46CD-B1EE-DF52706A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501967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bird_ctrl.v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BIRD_SIZE = 24;  FLAP_STEP = 34;  FALL_STEP = 3;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(flap_pulse) bird_y &lt;= bird_y - FLAP_STEP;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bird_y &lt;= bird_y + FALL_STEP;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pipe_ctrl.v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PIPE_W = 40;  GAP_H = 180;  PIPE_SPEED = 2;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(pipe1_x &gt; PIPE_SPEED) pipe1_x &lt;= pipe1_x - PIPE_SPEED;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          pipe1_x &lt;= PIPE1_RECYCLE_X;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91A0A-6B4E-495B-8EB6-F3478EE9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763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8248B-5188-4125-80CE-A62A25D6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鳥固定 x，只更新 y 座標。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6C83E-F255-4C24-B530-331337EC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B235F-46D2-462C-86B7-D2097874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7642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Flap 上升，未按鍵則下落。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FE1D92-B162-4847-983C-190C56E5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495C-6B08-43A7-A81E-9FCDEC6B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8600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管子左移，離開畫面後回收。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7520D-0E0C-48F0-BEE6-372E931C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6D1A86-BA67-47AE-8CF8-2AFA2523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9557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gap 180、speed 2，展示較穩定。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BCB0A-E34F-4BDE-9738-2329B162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2EDDC-4BFF-40B4-A1CC-C5A81EB1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957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4B314-A91B-4802-8412-88D273F7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957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24x24 pixel-art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D7ED1A-B32A-471D-9455-FCD0C739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F231A6-C30A-4617-84FB-CB783CCD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576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Flap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3D523-543E-4353-A56F-D1EA7A80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576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每次上移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973ED8-15A5-417D-8EB7-A537961C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339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148F6-7488-445F-A5F8-77AF534F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19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E2AACE-0446-45E1-A78F-B4C72087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196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下落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8D9F97-6570-44B6-9A08-4E890835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958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FAFF51-1CFF-4980-A4BB-87C5B854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9815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Pipe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47158E-3557-426C-938D-B8F03E85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815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寬 40、gap 180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C3ECBB-0E7E-4BCA-AF8A-75A26BA5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578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B69390-86CB-41F8-808D-F8358A00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435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Speed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470727-DB03-4997-A98C-F12C91B4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3435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左移 2</a:t>
            </a:r>
          </a:p>
        </p:txBody>
      </p:sp>
    </p:spTree>
    <p:extLst>
      <p:ext uri="{BB962C8B-B14F-4D97-AF65-F5344CB8AC3E}">
        <p14:creationId xmlns:p14="http://schemas.microsoft.com/office/powerpoint/2010/main" val="4609666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A95CB-27C1-4A75-A800-41A35CF3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Collision 與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FB83D-6B78-4E61-91DF-E5DFC77C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碰撞用矩形 overlap，計分用前後位置跨越偵測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BAE1A-2B57-4397-9086-C51A5546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38340-BEDC-4C7C-978D-0694981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6/8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7A888-FAA1-492F-B2F4-F35BB956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4905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9D8A8-5AF9-4528-BA37-AF9AFEC9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47800"/>
            <a:ext cx="4638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collision.v：矩形 overlap 判斷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B5DA3-C112-41E3-BD00-26004DE7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4638675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pipe1_x_overlap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(bird_right &gt; pipe1_x)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(bird_x &lt; pipe1_x + PIPE_W);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pipe1_hit_top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 (bird_y &lt; pipe1_gap_y);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pipe1_hit_bottom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(bird_bottom &gt; pipe1_gap_y + PIPE_GAP_H);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dead = hit_ground || pipe1_hit || pipe2_hit || pipe3_hit;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878F7-93A8-48AC-B07E-AF40B4CC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4953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26A8F-7733-4C03-89C4-AC7FAC40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47800"/>
            <a:ext cx="4686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score_ctrl.v：每根 pipe 加分，第 3 根 +5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09584-EB33-4893-8A5B-B3C057EB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5450"/>
            <a:ext cx="4686300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pipe1_passed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(pipe1_right_prev &gt;=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SCREEN_W);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(any_pipe_passed)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if (passed_pipe_count == 2'd2)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SCORE_STEP_BONUS;  // +5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2'd0;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 else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SCORE_STEP_NORMAL; // +1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passed_pipe_count + 2'd1;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C009B0-E749-4564-AA51-2B9164CA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預期分數序列：01 → 02 → 07 → 08 → 09 → 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5766C-9CDE-487E-8A53-CCFF0F59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重點：用 previous/current pipe_right 跨越 bird_x 偵測通過，避免同一根 pipe 在多個 clock 內重複加分。</a:t>
            </a:r>
          </a:p>
        </p:txBody>
      </p:sp>
    </p:spTree>
    <p:extLst>
      <p:ext uri="{BB962C8B-B14F-4D97-AF65-F5344CB8AC3E}">
        <p14:creationId xmlns:p14="http://schemas.microsoft.com/office/powerpoint/2010/main" val="21213323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B50C52-06AB-4DA1-814D-F429C534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VGA 顯示重點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DAAB1-78CE-46F7-9FA7-46F6FA95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VGA 負責把遊戲狀態與座標轉成畫面輸出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29DE2-9BD5-42DC-9E2A-4D3B2BEA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77656-3617-4732-911B-33921899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7/8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24EBC-FFF0-452B-A9ED-36E9A24F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693F-6133-4821-84E2-ED8A8026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EF1A8-3D03-47CA-9D30-3C4F398D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掃描座標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1994D-500C-4D57-A425-8EA20F5E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產生 pixel_x / pixel_y，定位目前像素。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A643EB-FCBF-4D99-A7E3-D8748BD4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21D11-A595-40F1-BC53-3FFE4E1D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703AA-8EFA-484E-ADEC-273672CF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畫面判斷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1D0B08-A23C-4732-8830-B5F541EC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67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判斷像素屬於鳥、管子、分數或文字。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ACB8A-147C-4350-AE74-6FFEF2B6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E833D-CC8A-4989-B3B3-26602F90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FEE2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B0164-668D-4D7E-A417-D66E9245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RGB 輸出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8E3C4-4699-4828-844C-EE9A1B44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0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輸出 12-bit RGB 與同步訊號。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A810E9-42F9-4A9B-8C5A-C708F78E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619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DC14F-FE33-4647-9F18-EDAE38A3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50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E011D9-BCB8-4821-94E4-988F7E6C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3238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289159-A876-4AFD-8826-BAA00D66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323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FFAF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70DB3-054E-40A3-853E-9C1C1723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7908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1AE296-918F-4714-AC08-E604ACF8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876550"/>
            <a:ext cx="95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10F986-3579-4333-8E4E-D580B902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CF2F90-4DCC-41AF-A541-476B883F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361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A42D3D-B2A4-4E96-AB60-55295620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767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畫面整合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1FD020-DA69-4726-8EAD-54876AC2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9582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renderer 依據遊戲狀態與座標輸出對應 RGB 畫面。</a:t>
            </a:r>
          </a:p>
        </p:txBody>
      </p:sp>
    </p:spTree>
    <p:extLst>
      <p:ext uri="{BB962C8B-B14F-4D97-AF65-F5344CB8AC3E}">
        <p14:creationId xmlns:p14="http://schemas.microsoft.com/office/powerpoint/2010/main" val="3242516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97F7C7F-6A70-409D-B318-4DEC957B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成果展示與影片連結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C60EB-087D-492F-BD4C-CE6ED626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最終版本已完成可上板展示的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FFAB3-F49C-4136-B6AA-CAF9CFAD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133C3-1F1C-4D78-9E53-82A3CB65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8/8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12CA3-F49F-4E22-9C4E-CFACD3BE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ABFF7-1D66-48EB-86D2-3C12FEA0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66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VGA 顯示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BF5D6-5CF8-43D3-8CED-39265AD7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66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640x480 @ 60Hz 成功輸出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41160-06F5-4EBB-8196-367018DE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8FB42-F557-4A49-83B4-A68A3C9D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遊戲操作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26FE1-64F2-4665-A286-372640B4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47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S0 開始、S2 跳躍、S4 reset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36C92-C9B8-48BD-A817-F574CB1C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B32A47-5002-4F25-97B2-52E3A29A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畫面狀態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03B51-A713-438F-8203-C60664A7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28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START / PLAY / GAME OVER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9B4D1F-B5D9-4F4D-AFF8-61854114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DE6BD0-041A-4D17-9B2A-E3B8DB90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遊戲內容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FE01F-E6F4-4D8B-9F1F-26B7D5C5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鳥、管子、天空、雲、地板、分數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7ADC1D-A000-4486-B5A4-57A38CD3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B210-13A2-4303-8BF6-F452FB9E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計分規則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817053-C37D-4435-932B-69230E2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每根 pipe 加分，+1、+1、+5 循環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7EB84D-7740-4DEF-8461-0183CD35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49EBCE-44FA-4B8C-A840-173CDE0A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Bitstream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907EA-8244-4600-8FDC-649337AE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71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D:\ego1_top_vga_build\bitstream\top_vga.bit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63F801-2E18-4B90-992B-BD91E641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81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580C"/>
                </a:solidFill>
              </a:defRPr>
            </a:pPr>
            <a:r>
              <a:rPr sz="1800" b="1">
                <a:solidFill>
                  <a:srgbClr val="EA580C"/>
                </a:solidFill>
              </a:rPr>
              <a:t>Demo 檢查流程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D97049-C8D6-475A-A841-DC78270D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66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4C4CE5-F8ED-4BAA-B230-1DC5C760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57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燒錄最終 bitstream。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B14A2A-0740-4749-80D5-F1338BF6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47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F6415E-3464-4B64-9A32-2D090B79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38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確認 VGA 畫面出現 START。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F3F9D4-B53C-4098-AB46-4D8B2DF9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EB0F05-0D84-47EA-9807-458C16F1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19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S0 進入 PLAY。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290523-A2A5-47CA-B7E7-E589EADF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09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772625-06F7-4286-9CEB-7F6C29FA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S2 控制小鳥跳躍。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859CF6-3C75-43C8-BE92-C322BD15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0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0F832D-3BF8-4CA4-AF8F-88CBAB4A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通過 pipe 後分數增加。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C6C14B-8F74-425C-AECE-3156D474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71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F60380-FA2C-4725-935D-64D872B5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62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碰撞後顯示 GAME OVER。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2AA273-3886-4F4C-AC22-658C613F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723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12F8DE-5E49-4CFD-A461-2A4E27B5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影片連結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3B512A-0C9A-46E9-BFFD-E64E7AC5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24450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請貼上最終展示影片 URL：________________________________________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D53DA3-D287-451F-A35F-AAD1C8E0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57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1346A8-2ACC-4C2B-970F-EB9F1FCB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81575"/>
            <a:ext cx="21812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GitHub Repo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https://github.com/awdd1212a-cmd/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ego1-flappy-bird</a:t>
            </a:r>
          </a:p>
        </p:txBody>
      </p:sp>
    </p:spTree>
    <p:extLst>
      <p:ext uri="{BB962C8B-B14F-4D97-AF65-F5344CB8AC3E}">
        <p14:creationId xmlns:p14="http://schemas.microsoft.com/office/powerpoint/2010/main" val="15239637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2026-07-21T13:22:25.8740000Z</dcterms:created>
  <dcterms:modified xsi:type="dcterms:W3CDTF">2026-07-21T13:22:25.8740000Z</dcterms:modified>
</coreProperties>
</file>