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9f4b00e48048df" /><Relationship Type="http://schemas.openxmlformats.org/officeDocument/2006/relationships/extended-properties" Target="/docProps/app.xml" Id="Re130eb61d80d46d7" /><Relationship Type="http://schemas.openxmlformats.org/officeDocument/2006/relationships/officeDocument" Target="/ppt/presentation.xml" Id="Rd8b8c53a61024a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502980fcee41e4"/>
  </p:sldMasterIdLst>
  <p:notesMasterIdLst>
    <p:notesMasterId xmlns:r="http://schemas.openxmlformats.org/officeDocument/2006/relationships" r:id="R6120623626f14e37"/>
  </p:notesMasterIdLst>
  <p:sldIdLst>
    <p:sldId xmlns:r="http://schemas.openxmlformats.org/officeDocument/2006/relationships" id="256" r:id="Ra8cf10f666da4c97"/>
    <p:sldId xmlns:r="http://schemas.openxmlformats.org/officeDocument/2006/relationships" id="257" r:id="R879c51797a0a41f7"/>
    <p:sldId xmlns:r="http://schemas.openxmlformats.org/officeDocument/2006/relationships" id="258" r:id="R36d86eec7d424228"/>
    <p:sldId xmlns:r="http://schemas.openxmlformats.org/officeDocument/2006/relationships" id="259" r:id="R31c10451164049f9"/>
    <p:sldId xmlns:r="http://schemas.openxmlformats.org/officeDocument/2006/relationships" id="260" r:id="R5367742d3f2a4c76"/>
    <p:sldId xmlns:r="http://schemas.openxmlformats.org/officeDocument/2006/relationships" id="261" r:id="Re0b7ca1f455e4b0d"/>
    <p:sldId xmlns:r="http://schemas.openxmlformats.org/officeDocument/2006/relationships" id="262" r:id="R0bc28cb6a83241ad"/>
    <p:sldId xmlns:r="http://schemas.openxmlformats.org/officeDocument/2006/relationships" id="263" r:id="R8f5317326d0043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935f82025a46cc" /><Relationship Type="http://schemas.openxmlformats.org/officeDocument/2006/relationships/slideMaster" Target="/ppt/slideMasters/slideMaster1.xml" Id="R17502980fcee41e4" /><Relationship Type="http://schemas.openxmlformats.org/officeDocument/2006/relationships/notesMaster" Target="/ppt/notesMasters/notesMaster1.xml" Id="R6120623626f14e37" /><Relationship Type="http://schemas.openxmlformats.org/officeDocument/2006/relationships/presProps" Target="/ppt/presProps.xml" Id="Rb190166c326b45c7" /><Relationship Type="http://schemas.openxmlformats.org/officeDocument/2006/relationships/tableStyles" Target="/ppt/tableStyles.xml" Id="Re9f1cce2bfde49b6" /><Relationship Type="http://schemas.openxmlformats.org/officeDocument/2006/relationships/slide" Target="/ppt/slides/slide1.xml" Id="Ra8cf10f666da4c97" /><Relationship Type="http://schemas.openxmlformats.org/officeDocument/2006/relationships/slide" Target="/ppt/slides/slide2.xml" Id="R879c51797a0a41f7" /><Relationship Type="http://schemas.openxmlformats.org/officeDocument/2006/relationships/slide" Target="/ppt/slides/slide3.xml" Id="R36d86eec7d424228" /><Relationship Type="http://schemas.openxmlformats.org/officeDocument/2006/relationships/slide" Target="/ppt/slides/slide4.xml" Id="R31c10451164049f9" /><Relationship Type="http://schemas.openxmlformats.org/officeDocument/2006/relationships/slide" Target="/ppt/slides/slide5.xml" Id="R5367742d3f2a4c76" /><Relationship Type="http://schemas.openxmlformats.org/officeDocument/2006/relationships/slide" Target="/ppt/slides/slide6.xml" Id="Re0b7ca1f455e4b0d" /><Relationship Type="http://schemas.openxmlformats.org/officeDocument/2006/relationships/slide" Target="/ppt/slides/slide7.xml" Id="R0bc28cb6a83241ad" /><Relationship Type="http://schemas.openxmlformats.org/officeDocument/2006/relationships/slide" Target="/ppt/slides/slide8.xml" Id="R8f5317326d00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46b8ab31547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9aaf7ebea14815" /><Relationship Type="http://schemas.openxmlformats.org/officeDocument/2006/relationships/notesMaster" Target="/ppt/notesMasters/notesMaster1.xml" Id="R6675db6e769246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5b0e4d051a4ef9" /><Relationship Type="http://schemas.openxmlformats.org/officeDocument/2006/relationships/notesMaster" Target="/ppt/notesMasters/notesMaster1.xml" Id="R5d4dc021f75148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7300cd47c24b7e" /><Relationship Type="http://schemas.openxmlformats.org/officeDocument/2006/relationships/notesMaster" Target="/ppt/notesMasters/notesMaster1.xml" Id="Recb9ee838d3a48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4c51d8e68d4b05" /><Relationship Type="http://schemas.openxmlformats.org/officeDocument/2006/relationships/notesMaster" Target="/ppt/notesMasters/notesMaster1.xml" Id="R9f69cae566b24f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087b5e6cf3418e" /><Relationship Type="http://schemas.openxmlformats.org/officeDocument/2006/relationships/notesMaster" Target="/ppt/notesMasters/notesMaster1.xml" Id="R14aefdac721b47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3c27dbf05f4e89" /><Relationship Type="http://schemas.openxmlformats.org/officeDocument/2006/relationships/notesMaster" Target="/ppt/notesMasters/notesMaster1.xml" Id="Rb4c09c1d51f64f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3360a147a54b7a" /><Relationship Type="http://schemas.openxmlformats.org/officeDocument/2006/relationships/notesMaster" Target="/ppt/notesMasters/notesMaster1.xml" Id="Raa292ce0a56f41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e820c04f044778" /><Relationship Type="http://schemas.openxmlformats.org/officeDocument/2006/relationships/notesMaster" Target="/ppt/notesMasters/notesMaster1.xml" Id="R9ba3ea3e252a40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7245d0a0c4c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ce0a10cf5c456f" /><Relationship Type="http://schemas.openxmlformats.org/officeDocument/2006/relationships/slideLayout" Target="/ppt/slideLayouts/slideLayout1.xml" Id="R1e3cc999a53340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3cc999a53340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9a5198627422f" /><Relationship Type="http://schemas.openxmlformats.org/officeDocument/2006/relationships/notesSlide" Target="/ppt/notesSlides/notesSlide1.xml" Id="R5830b1c96a2245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d36e3f7334603" /><Relationship Type="http://schemas.openxmlformats.org/officeDocument/2006/relationships/notesSlide" Target="/ppt/notesSlides/notesSlide2.xml" Id="Rb587c3c3a99d48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7b9161c9746af" /><Relationship Type="http://schemas.openxmlformats.org/officeDocument/2006/relationships/notesSlide" Target="/ppt/notesSlides/notesSlide3.xml" Id="R7d4f578e46a34f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48a1296474c71" /><Relationship Type="http://schemas.openxmlformats.org/officeDocument/2006/relationships/notesSlide" Target="/ppt/notesSlides/notesSlide4.xml" Id="Rf9c40c7b0f7e4b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88aa9d91f4c63" /><Relationship Type="http://schemas.openxmlformats.org/officeDocument/2006/relationships/notesSlide" Target="/ppt/notesSlides/notesSlide5.xml" Id="R021af900ef2e4e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04b5e60724eba" /><Relationship Type="http://schemas.openxmlformats.org/officeDocument/2006/relationships/notesSlide" Target="/ppt/notesSlides/notesSlide6.xml" Id="Rf36db02748394a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e748fe686405b" /><Relationship Type="http://schemas.openxmlformats.org/officeDocument/2006/relationships/notesSlide" Target="/ppt/notesSlides/notesSlide7.xml" Id="R3ac15630f72c49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9fa9df2dd4e22" /><Relationship Type="http://schemas.openxmlformats.org/officeDocument/2006/relationships/notesSlide" Target="/ppt/notesSlides/notesSlide8.xml" Id="R6a50e7c50b9c49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A7EFCD-25E6-4CF5-81D7-7E71ECB0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7239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11111"/>
                </a:solidFill>
              </a:defRPr>
            </a:pPr>
            <a:r>
              <a:rPr sz="4200" b="1">
                <a:solidFill>
                  <a:srgbClr val="111111"/>
                </a:solidFill>
              </a:rPr>
              <a:t>EGO1 FPGA</a:t>
            </a:r>
          </a:p>
          <a:p xmlns:a="http://schemas.openxmlformats.org/drawingml/2006/main">
            <a:pPr algn="l">
              <a:defRPr sz="4200" b="1">
                <a:solidFill>
                  <a:srgbClr val="111111"/>
                </a:solidFill>
              </a:defRPr>
            </a:pPr>
            <a:r>
              <a:rPr sz="4200" b="1">
                <a:solidFill>
                  <a:srgbClr val="111111"/>
                </a:solidFill>
              </a:rPr>
              <a:t>Flappy Bird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899C1-2E94-4F20-8517-6FD71D3E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從 Verilog 控制邏輯到 VGA 畫面輸出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7F707-5092-4AE0-B34F-AE786DD1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課堂專題展示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217E0-F7E0-4B85-B79A-B005CBB6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42950"/>
            <a:ext cx="304800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CECAE-857D-49E6-97EF-59CA5D2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100 MHz Clock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40DAC-BBD2-4BE4-AE18-2D6169FF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190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Game Tick</a:t>
            </a:r>
          </a:p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約 60 Hz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546B9-31CD-4573-A007-6DDDDC5F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4800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Game Logic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FSM / Bird / Pipe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DEC55-256B-49FA-B1CE-51258B2D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33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VGA Renderer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640×480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1914B-CCF0-4B1B-AD63-5526B5F6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1</a:t>
            </a:r>
          </a:p>
        </p:txBody>
      </p:sp>
    </p:spTree>
    <p:extLst>
      <p:ext uri="{BB962C8B-B14F-4D97-AF65-F5344CB8AC3E}">
        <p14:creationId xmlns:p14="http://schemas.microsoft.com/office/powerpoint/2010/main" val="14124340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402416-DA2F-4562-A586-E225CB53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專題目標是做出能上板展示的 VGA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51E46-8557-45AB-8F18-6280DEA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不是只有模擬波形，而是把輸入、遊戲規則、碰撞、計分與 VGA 顯示整合起來。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475A1-B9C2-498F-9589-BCF8620F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D4F1A-1C6B-4CBF-8186-35D311A5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完成項目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45601-6FF4-4175-BF30-BB600BB0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0960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EGO1 板上按鍵控制：S4 Reset、S0 Start、S2 Flap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VGA 640×480 輸出，畫面經 VGA to HDMI 擷取成功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遊戲狀態包含 IDLE、PLAY、GAME_OVER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畫面包含小鳥、管子、地板、雲、START、GAME / OVER、分數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分數規則已改成每過一根管子加分，第三根給 +5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EE65D0-51A8-4D53-A245-1080A55A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52600"/>
            <a:ext cx="4476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// top_vga.v: board version game tick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localparam [20:0] GAME_TICK_MAX = 21'd1666665;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always @(posedge clk or posedge rst) begin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if (rst) tick_cnt &lt;= 21'd0;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else if (tick_cnt == GAME_TICK_MAX) tick_cnt &lt;= 21'd0;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else tick_cnt &lt;= tick_cnt + 21'd1;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assign game_tick = (tick_cnt == GAME_TICK_MAX);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8E045-A561-4A60-BDAD-212FA755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這段把 100 MHz clock 降成約 60 Hz 的遊戲更新節拍，讓鳥和管子的移動速度接近人眼可玩的節奏。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92AF7-1D10-431C-B4F5-B7A9C461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2</a:t>
            </a:r>
          </a:p>
        </p:txBody>
      </p:sp>
    </p:spTree>
    <p:extLst>
      <p:ext uri="{BB962C8B-B14F-4D97-AF65-F5344CB8AC3E}">
        <p14:creationId xmlns:p14="http://schemas.microsoft.com/office/powerpoint/2010/main" val="6232487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90441C-4BAA-40CD-B9E9-62B14425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top_vga 是整合核心，負責把各模組接成一條資料路徑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D8F2C-D50A-4088-B97A-7E59B506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輸入 pulse 進入遊戲邏輯，座標與狀態再交給 VGA renderer 產生 RGB。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3517B-F8D4-4348-8007-21F201E6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17B74B-B439-45CF-8668-FB730CB1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button_ctrl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按鍵 pulse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96E0F-90F0-47A8-9051-7B2BAD44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76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97A6F-BC8E-40CB-92EA-64878BE1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8859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game_fsm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狀態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E686D-D030-44FE-8E93-33C5F914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76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1CFEC-665B-4950-94F6-3E6DFF4C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668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bird_ctrl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bird_y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5FA9A-A491-4209-9714-BDAC26DD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pipe_ctrl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pipe_x/gap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D9409F-552C-4D87-B201-829D2080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146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score_ctrl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D82A1-1178-43D5-8ADA-7338836E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76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A8D4D-E647-40E9-9820-CAAE1531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8595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collision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dead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2FA21-4B95-4266-B914-AD854A84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076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EEB2AF-B2FE-4A77-8B93-E180FEBF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8595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vga_renderer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RGB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495856-277E-4865-8246-AB5C4C8F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076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0AFF2E-295D-48A4-A72A-434F25B9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8595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VGA 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01E81-B7AA-40B6-B8CA-4DE34DBE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button_ctrl u_button_ctrl(...);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game_fsm   u_game_fsm(...);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bird_ctrl  u_bird_ctrl(...);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pipe_ctrl  u_pipe_ctrl(...);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score_ctrl u_score_ctrl(...);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collision  u_collision(...);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vga_sync   u_vga_sync(...);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vga_renderer u_vga_renderer(...);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D5BBCE-5493-4930-BC2E-2F37FCCE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4762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top module 沒有把全部邏輯寫在一起，方便分工與 debug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game_state、dead、score、bird/pipe 座標是 renderer 的主要輸入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LED[3:0] 保留 game_state/dead/按鍵狀態，方便上板觀察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EC3E0-EDF1-48BC-A174-40382DDB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3</a:t>
            </a:r>
          </a:p>
        </p:txBody>
      </p:sp>
    </p:spTree>
    <p:extLst>
      <p:ext uri="{BB962C8B-B14F-4D97-AF65-F5344CB8AC3E}">
        <p14:creationId xmlns:p14="http://schemas.microsoft.com/office/powerpoint/2010/main" val="10997758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064F78-2AF9-4AEC-A721-215013F3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按鍵輸入先轉成 one-cycle pulse，再交給 FSM 判斷狀態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6B688-BC8C-424E-B00C-20B273E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這樣長按按鍵不會讓 start/flap 在同一個動作中被重複觸發。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B7414-D173-4611-8137-A634893F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65967-3821-45DB-A5CC-28A07E75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// button_ctrl.v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always @(posedge clk or posedge rst) begin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if (rst) begin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    btn_start_d &lt;= 1'b0;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    btn_flap_d  &lt;= 1'b0;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end else begin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    btn_start_d &lt;= btn_start;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    btn_flap_d  &lt;= btn_flap;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    end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assign start_pulse = btn_start &amp; ~btn_start_d;</a:t>
            </a:r>
          </a:p>
          <a:p xmlns:a="http://schemas.openxmlformats.org/drawingml/2006/main">
            <a:pPr>
              <a:defRPr sz="1125">
                <a:solidFill>
                  <a:srgbClr val="222222"/>
                </a:solidFill>
              </a:defRPr>
            </a:pPr>
            <a:r>
              <a:rPr sz="1125">
                <a:solidFill>
                  <a:srgbClr val="222222"/>
                </a:solidFill>
              </a:rPr>
              <a:t>assign flap_pulse  = btn_flap  &amp; ~btn_flap_d;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7CB73-2DCF-4543-80DF-8CF05314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47625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// game_fsm.v next-state logic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case (game_state)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S_IDLE: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    if (start_pulse) next_state = S_PLAY;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S_PLAY: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    if (dead) next_state = S_GAME_OVER;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S_GAME_OVER: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        if (start_pulse) next_state = S_IDLE;</a:t>
            </a:r>
          </a:p>
          <a:p xmlns:a="http://schemas.openxmlformats.org/drawingml/2006/main">
            <a:pPr>
              <a:defRPr sz="1200">
                <a:solidFill>
                  <a:srgbClr val="222222"/>
                </a:solidFill>
              </a:defRPr>
            </a:pPr>
            <a:r>
              <a:rPr sz="1200">
                <a:solidFill>
                  <a:srgbClr val="222222"/>
                </a:solidFill>
              </a:rPr>
              <a:t>endcase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A273F-A890-4938-BABF-2B8A6302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34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IDLE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等待開始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0CB3B-7D57-401B-9209-3175C06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47687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61906-05D9-4C03-B46D-B63B6D84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334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PLAY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更新遊戲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74849-BFD3-4840-B224-8ADCAD4E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47687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55555"/>
                </a:solidFill>
              </a:defRPr>
            </a:pPr>
            <a:r>
              <a:rPr sz="1800" b="1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1EB67-7ECD-4176-B4A7-B8447AC2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34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GAME_OVER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停止畫面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088449-BCF2-421E-A543-B6ECE840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769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S0 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F4A42-CD98-4D52-B915-7BDE0B2D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769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dead=1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AA72F-4E75-4619-876F-0826E9C3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4</a:t>
            </a:r>
          </a:p>
        </p:txBody>
      </p:sp>
    </p:spTree>
    <p:extLst>
      <p:ext uri="{BB962C8B-B14F-4D97-AF65-F5344CB8AC3E}">
        <p14:creationId xmlns:p14="http://schemas.microsoft.com/office/powerpoint/2010/main" val="130802363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74CA44-D90B-408F-9627-ABD7BD6F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鳥和管子的移動都只在 game_tick 更新，遊戲速度可控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E1703-584E-490C-AC78-8AE0D291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bird_ctrl 做跳躍與下墜；pipe_ctrl 做左移與回收。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558DF-0E04-4DFF-A96F-AC6A50B4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BD450-5070-45C4-9CBD-72485243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52387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// bird_ctrl.v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BIRD_SIZE = 5'd24;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FLAP_STEP = 9'd34;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FALL_STEP = 9'd3;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if (game_state == S_PLAY &amp;&amp; game_tick)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if (flap_pulse)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if (bird_y &gt; FLAP_STEP)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    bird_y &lt;= bird_y - FLAP_STEP;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else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    bird_y &lt;= TOP_LIMIT;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end else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if (bird_y &lt; BIRD_Y_MAX - FALL_STEP)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    bird_y &lt;= bird_y + FALL_STEP;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else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    bird_y &lt;= BIRD_Y_MAX;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end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42F9C-E6D5-45B3-8F66-D3C6D9F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002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// pipe_ctrl.v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PIPE_W = 10'd40;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GAP_H  = 9'd180;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localparam PIPE_SPEED = 10'd2;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if (game_state == S_PLAY &amp;&amp; game_tick)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if (pipe1_x &gt; PIPE_SPEED)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pipe1_x &lt;= pipe1_x - PIPE_SPEED;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pipe1_x &lt;= PIPE1_RECYCLE_X;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if (pipe2_x &gt; PIPE_SPEED)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pipe2_x &lt;= pipe2_x - PIPE_SPEED;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pipe2_x &lt;= PIPE2_RECYCLE_X;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FE85F-5AC3-474E-8D56-C0D45386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57800"/>
            <a:ext cx="447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鳥的 X 固定，Y 座標因 flap / fall 改變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管子往左移，超出左側後回收到右側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難度參數可用常數調整，不需改整體架構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56820-3E8C-499D-A07A-E054986F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5</a:t>
            </a:r>
          </a:p>
        </p:txBody>
      </p:sp>
    </p:spTree>
    <p:extLst>
      <p:ext uri="{BB962C8B-B14F-4D97-AF65-F5344CB8AC3E}">
        <p14:creationId xmlns:p14="http://schemas.microsoft.com/office/powerpoint/2010/main" val="18094018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DEB52-8931-495A-9AE5-C6C42548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碰撞判斷用矩形 overlap，計分用管子右緣穿越偵測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E3ABF-A8B7-4EB0-805A-4A15796B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這兩段是遊戲規則的核心，避免只畫畫面但沒有遊戲性。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8D8FC-6FC3-4909-B90F-9861F6C3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09B9D-D734-4256-A89C-68E2C5D1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19250"/>
            <a:ext cx="54292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// collision.v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bird_right  = bird_x + bird_w;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bird_bottom = bird_y + bird_h;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hit_ground = (bird_bottom &gt;= GROUND_Y);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pipe1_x_overlap =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(bird_right &gt; pipe1_x)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(bird_x &lt; pipe1_x + PIPE_W);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pipe1_hit_top =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pipe1_x_overlap &amp;&amp; (bird_y &lt; pipe1_gap_y);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pipe1_hit_bottom =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pipe1_x_overlap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(bird_bottom &gt; pipe1_gap_y + PIPE_GAP_H);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dead = hit_ground || pipe1_hit || pipe2_hit || pipe3_hit;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8D016-30B3-41E9-87D2-D21EF235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19250"/>
            <a:ext cx="5143500" cy="34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// score_ctrl.v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pipe1_passed =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(pipe1_right_prev &gt;= bird_x_ext)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(pipe1_right &lt; bird_x_ext)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(pipe1_right &lt; SCREEN_W);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if (any_pipe_passed)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if (passed_pipe_count == 2'd2)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score &lt;= score + SCORE_STEP_BONUS; // +5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passed_pipe_count &lt;= 2'd0;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end else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score &lt;= score + SCORE_STEP_NORMAL; // +1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    passed_pipe_count &lt;= passed_pipe_count + 2'd1;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end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2395A-C2E6-42B8-9C0C-F1890582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334000"/>
            <a:ext cx="419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分數序列：01 → 02 → 07 → 08 → 09 → 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3EC17-CBEC-40CD-8F4D-947F744F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6</a:t>
            </a:r>
          </a:p>
        </p:txBody>
      </p:sp>
    </p:spTree>
    <p:extLst>
      <p:ext uri="{BB962C8B-B14F-4D97-AF65-F5344CB8AC3E}">
        <p14:creationId xmlns:p14="http://schemas.microsoft.com/office/powerpoint/2010/main" val="3515323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15B559-D702-4DBE-AB2B-FAC30EA5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VGA renderer 逐 pixel 決定 RGB，畫面不是預先存圖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8A98A-C3FA-4D80-856C-C24C1E90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renderer 根據目前 pixel 座標與遊戲物件座標，直接輸出 4-bit RGB。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DFEA2-B956-4CF7-ACFA-2FD47506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FFB6CC-2864-423B-A58E-F75CDFED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33387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EDE9E-B84F-4737-93F6-E0ED05BD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4333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3B1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1DE9E-9AF8-47EE-BE44-DA75CC74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457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33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EC060-9796-4227-B073-6091BDF5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457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33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85A9C-D34A-47D1-86A0-21C4405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46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23"/>
          </a:solidFill>
          <a:ln xmlns:a="http://schemas.openxmlformats.org/drawingml/2006/main" w="9525">
            <a:solidFill>
              <a:srgbClr val="2222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ECD70-7FE3-4BB1-9019-A711A051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009900"/>
            <a:ext cx="209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2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322B4-4452-4D59-BF04-62545A3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7650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bird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34B84-AAB1-4A59-A8C6-EEC8E31C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5750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pipe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539CC-ED7C-4F5B-A52C-4BD994FD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4820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ground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70FA19-8638-42BB-8213-2B7186CA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5429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4D4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in_bird_body =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(pixel_x &gt;= bird_x)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(pixel_x &lt; bird_x + BIRD_W)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(pixel_y &gt;= bird_y_10) &amp;&amp;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(pixel_y &lt; bird_y_10 + BIRD_H);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in_pipe = in_pipe1 || in_pipe2 || in_pipe3;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assign in_score = in_score_tens || in_score_ones;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always @(*) begin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if (!video_on)      RGB = black;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 if (in_score) RGB = white;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 if (in_bird)  RGB = yellow;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 if (in_pipe)  RGB = green;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 if (in_ground)RGB = brown;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    else               RGB = sky;</a:t>
            </a:r>
          </a:p>
          <a:p xmlns:a="http://schemas.openxmlformats.org/drawingml/2006/main">
            <a:pPr>
              <a:defRPr sz="1050">
                <a:solidFill>
                  <a:srgbClr val="222222"/>
                </a:solidFill>
              </a:defRPr>
            </a:pPr>
            <a:r>
              <a:rPr sz="1050">
                <a:solidFill>
                  <a:srgbClr val="222222"/>
                </a:solidFill>
              </a:rPr>
              <a:t>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8B51A-E70C-47C7-9DD1-3228B055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vga_sync 產生 pixel_x、pixel_y、hsync、vsync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文字 START / GAME OVER 也用 letter_pixel 條件畫出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分數用七段顯示概念轉成兩位數 pixel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3B38D-BCBE-4B96-B3F3-515043DF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7</a:t>
            </a:r>
          </a:p>
        </p:txBody>
      </p:sp>
    </p:spTree>
    <p:extLst>
      <p:ext uri="{BB962C8B-B14F-4D97-AF65-F5344CB8AC3E}">
        <p14:creationId xmlns:p14="http://schemas.microsoft.com/office/powerpoint/2010/main" val="200178126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14F2F3-1B40-4286-90AC-BCDA93C5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最終成果保留穩定可展示版本，並完成 build 與 bitstream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538CA-7650-45C1-87D9-5E5D2845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簡報展示時可以直接說明：功能已上板、VGA 路徑成功、keypad 因資料不足未納入最終 demo。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6FF3E-BDA4-4E82-8C5E-6976DE7D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80DA5-9F20-4538-957A-7703E6F4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2762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已完成</a:t>
            </a:r>
          </a:p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VGA 畫面輸出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EC892-65B4-47FB-A1E2-9807618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2762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已完成</a:t>
            </a:r>
          </a:p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遊戲邏輯整合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10D772-9C53-413F-9352-6AD561D1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52600"/>
            <a:ext cx="2762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已完成</a:t>
            </a:r>
          </a:p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最終 bitstream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DDB22-B478-4E31-9DC2-8DEC9973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Demo 檢查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16F2C-23A0-48E4-9F43-812546E1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666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燒錄 D:\ego1_top_vga_build\bitstream\top_vga.bit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看到 START 後按 S0 進入 PLAY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按 S2 控制小鳥跳躍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通過管子檢查 +1, +1, +5 計分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碰撞後進入 GAME / OVER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143DD-A5E7-44DD-B57F-4B99481F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保留說明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4A3E0D-E9CC-4005-BC9F-D98C37DF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38600"/>
            <a:ext cx="3143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keypad_ctrl.v 保留作為掃描模組紀錄；但 NFU FPGA V2.0 擴充板缺少 pin mapping，最終 demo 使用已驗證的 EGO1 板上按鍵。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6C221-59D3-4F67-AAA3-A5B2397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EGO1 FPGA Flappy Bird ｜ 8</a:t>
            </a:r>
          </a:p>
        </p:txBody>
      </p:sp>
    </p:spTree>
    <p:extLst>
      <p:ext uri="{BB962C8B-B14F-4D97-AF65-F5344CB8AC3E}">
        <p14:creationId xmlns:p14="http://schemas.microsoft.com/office/powerpoint/2010/main" val="1388528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2026-07-10T07:07:41.8170000Z</dcterms:created>
  <dcterms:modified xsi:type="dcterms:W3CDTF">2026-07-10T07:07:41.8170000Z</dcterms:modified>
</coreProperties>
</file>