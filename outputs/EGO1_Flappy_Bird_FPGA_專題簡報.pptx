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1360e416704e6f" /><Relationship Type="http://schemas.openxmlformats.org/officeDocument/2006/relationships/extended-properties" Target="/docProps/app.xml" Id="R4fd44b564f7b47e2" /><Relationship Type="http://schemas.openxmlformats.org/officeDocument/2006/relationships/officeDocument" Target="/ppt/presentation.xml" Id="R18da0aaf7e7f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0279872e44352"/>
  </p:sldMasterIdLst>
  <p:notesMasterIdLst>
    <p:notesMasterId xmlns:r="http://schemas.openxmlformats.org/officeDocument/2006/relationships" r:id="Rc3a4cb66aecd463b"/>
  </p:notesMasterIdLst>
  <p:sldIdLst>
    <p:sldId xmlns:r="http://schemas.openxmlformats.org/officeDocument/2006/relationships" id="256" r:id="Reb4397eac1e84096"/>
    <p:sldId xmlns:r="http://schemas.openxmlformats.org/officeDocument/2006/relationships" id="257" r:id="R9fc3e1efadcb4494"/>
    <p:sldId xmlns:r="http://schemas.openxmlformats.org/officeDocument/2006/relationships" id="258" r:id="R43e02e739a78475b"/>
    <p:sldId xmlns:r="http://schemas.openxmlformats.org/officeDocument/2006/relationships" id="259" r:id="R793021901da44ca9"/>
    <p:sldId xmlns:r="http://schemas.openxmlformats.org/officeDocument/2006/relationships" id="260" r:id="R6451f14e671d4f0c"/>
    <p:sldId xmlns:r="http://schemas.openxmlformats.org/officeDocument/2006/relationships" id="261" r:id="R050724de3b4f4693"/>
    <p:sldId xmlns:r="http://schemas.openxmlformats.org/officeDocument/2006/relationships" id="262" r:id="R1bb3c52d53c246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f8a308a374768" /><Relationship Type="http://schemas.openxmlformats.org/officeDocument/2006/relationships/slideMaster" Target="/ppt/slideMasters/slideMaster1.xml" Id="Rbaf0279872e44352" /><Relationship Type="http://schemas.openxmlformats.org/officeDocument/2006/relationships/notesMaster" Target="/ppt/notesMasters/notesMaster1.xml" Id="Rc3a4cb66aecd463b" /><Relationship Type="http://schemas.openxmlformats.org/officeDocument/2006/relationships/presProps" Target="/ppt/presProps.xml" Id="R1606d72be8614fd4" /><Relationship Type="http://schemas.openxmlformats.org/officeDocument/2006/relationships/tableStyles" Target="/ppt/tableStyles.xml" Id="R21ab2e5e558e4df8" /><Relationship Type="http://schemas.openxmlformats.org/officeDocument/2006/relationships/slide" Target="/ppt/slides/slide1.xml" Id="Reb4397eac1e84096" /><Relationship Type="http://schemas.openxmlformats.org/officeDocument/2006/relationships/slide" Target="/ppt/slides/slide2.xml" Id="R9fc3e1efadcb4494" /><Relationship Type="http://schemas.openxmlformats.org/officeDocument/2006/relationships/slide" Target="/ppt/slides/slide3.xml" Id="R43e02e739a78475b" /><Relationship Type="http://schemas.openxmlformats.org/officeDocument/2006/relationships/slide" Target="/ppt/slides/slide4.xml" Id="R793021901da44ca9" /><Relationship Type="http://schemas.openxmlformats.org/officeDocument/2006/relationships/slide" Target="/ppt/slides/slide5.xml" Id="R6451f14e671d4f0c" /><Relationship Type="http://schemas.openxmlformats.org/officeDocument/2006/relationships/slide" Target="/ppt/slides/slide6.xml" Id="R050724de3b4f4693" /><Relationship Type="http://schemas.openxmlformats.org/officeDocument/2006/relationships/slide" Target="/ppt/slides/slide7.xml" Id="R1bb3c52d53c2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8b8d53b99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0aad5f3f449ea" /><Relationship Type="http://schemas.openxmlformats.org/officeDocument/2006/relationships/notesMaster" Target="/ppt/notesMasters/notesMaster1.xml" Id="Rfa269440cea5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71918238a4fab" /><Relationship Type="http://schemas.openxmlformats.org/officeDocument/2006/relationships/notesMaster" Target="/ppt/notesMasters/notesMaster1.xml" Id="R258cff7a11d0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8700022c6414a" /><Relationship Type="http://schemas.openxmlformats.org/officeDocument/2006/relationships/notesMaster" Target="/ppt/notesMasters/notesMaster1.xml" Id="R547262993deb42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a9f7ee85424aed" /><Relationship Type="http://schemas.openxmlformats.org/officeDocument/2006/relationships/notesMaster" Target="/ppt/notesMasters/notesMaster1.xml" Id="Racfec1b12e3847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3e02fe21d641f3" /><Relationship Type="http://schemas.openxmlformats.org/officeDocument/2006/relationships/notesMaster" Target="/ppt/notesMasters/notesMaster1.xml" Id="Rf9ddec0a114b4b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6faa1937547b3" /><Relationship Type="http://schemas.openxmlformats.org/officeDocument/2006/relationships/notesMaster" Target="/ppt/notesMasters/notesMaster1.xml" Id="R084d2dab4547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7256dadc34499" /><Relationship Type="http://schemas.openxmlformats.org/officeDocument/2006/relationships/notesMaster" Target="/ppt/notesMasters/notesMaster1.xml" Id="R54efac28ea14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008da539441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04c70e9bf4560" /><Relationship Type="http://schemas.openxmlformats.org/officeDocument/2006/relationships/slideLayout" Target="/ppt/slideLayouts/slideLayout1.xml" Id="R1face130da26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ce130da26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e069d818f4c07" /><Relationship Type="http://schemas.openxmlformats.org/officeDocument/2006/relationships/notesSlide" Target="/ppt/notesSlides/notesSlide1.xml" Id="R555eeeb77cdc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5e06e2ae4798" /><Relationship Type="http://schemas.openxmlformats.org/officeDocument/2006/relationships/notesSlide" Target="/ppt/notesSlides/notesSlide2.xml" Id="R794b0e1bcca04f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6e219da7c4bdf" /><Relationship Type="http://schemas.openxmlformats.org/officeDocument/2006/relationships/notesSlide" Target="/ppt/notesSlides/notesSlide3.xml" Id="Rfedf9418a87440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f762863654cb9" /><Relationship Type="http://schemas.openxmlformats.org/officeDocument/2006/relationships/notesSlide" Target="/ppt/notesSlides/notesSlide4.xml" Id="R956cc01aa1a547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96573064a4cb8" /><Relationship Type="http://schemas.openxmlformats.org/officeDocument/2006/relationships/notesSlide" Target="/ppt/notesSlides/notesSlide5.xml" Id="R042a5f211ce740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aa882c9345da" /><Relationship Type="http://schemas.openxmlformats.org/officeDocument/2006/relationships/notesSlide" Target="/ppt/notesSlides/notesSlide6.xml" Id="R0e7f12a737a449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015809d484a68" /><Relationship Type="http://schemas.openxmlformats.org/officeDocument/2006/relationships/notesSlide" Target="/ppt/notesSlides/notesSlide7.xml" Id="R56d14469e29c45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38BFB-390A-421C-8B06-C42C29C2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EGO1 FPGA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Flappy Bird 小遊戲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5FE0A-1645-4624-8D65-7C36AC1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Verilog 遊戲邏輯 × VGA 顯示 × FPGA 板上按鍵控制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E00FB-9CB6-4F6F-ADB0-207C789A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95350"/>
            <a:ext cx="257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BE262-0A38-474F-A607-904A7083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FPGA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A1086-A416-4F3F-B973-3EA421C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Game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01C14-CFBA-4824-9243-4564E5CB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28975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VGA Renderer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51331-FE76-48D1-A234-504D1FA2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課堂專題展示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74143-8A03-4022-8505-73070719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1</a:t>
            </a:r>
          </a:p>
        </p:txBody>
      </p:sp>
    </p:spTree>
    <p:extLst>
      <p:ext uri="{BB962C8B-B14F-4D97-AF65-F5344CB8AC3E}">
        <p14:creationId xmlns:p14="http://schemas.microsoft.com/office/powerpoint/2010/main" val="12125284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16042-543A-4BF1-A60E-F50D0A05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這個專題完成的是可玩的 VGA 版 Flappy Bird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C9DDE-2BEE-4CE9-A68E-148A1E6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重點不是只有模擬，而是整合到 EGO1 板上輸出畫面與操作。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4BD2F-5CFE-47D1-98CE-EA2DC9D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CD697-0189-41A1-9561-715F443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62F4E-0661-4A0C-A7F7-627EF3E0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640×480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D738C-B794-4DDF-AE2D-3441EC8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VGA 顯示輸出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AA8DF-4949-41FC-832E-D084D1AD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302B8-07D6-4F7B-AB38-9528120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3 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427D1-4D48-4793-BCE1-D54782C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289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IDLE / PLAY / GAME_OVER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1329E-4B96-4E44-84E2-43F7C72A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495BB-851F-416E-B7E9-53D0B86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+1,+1,+5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15ADF-8441-4F71-9F7F-907AC404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289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通過管子的計分規則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A56DE-9E06-406C-8548-3DC2D15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畫面包含天空、雲、地板、管子、小鳥、START 與 GAME / OVER 文字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遊戲可用 S0 開始、S2 跳躍、S4 重置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已產生最終 bitstream，可直接燒錄到 EGO1 測試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BBC7F-5DF4-4C16-89BA-DDB996D7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Final bitstream: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D:\ego1_top_vga_build\bitstream\top_vga.bit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FC792-60F7-4592-9C34-C76B2978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2</a:t>
            </a:r>
          </a:p>
        </p:txBody>
      </p:sp>
    </p:spTree>
    <p:extLst>
      <p:ext uri="{BB962C8B-B14F-4D97-AF65-F5344CB8AC3E}">
        <p14:creationId xmlns:p14="http://schemas.microsoft.com/office/powerpoint/2010/main" val="368916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11B50-0F24-4CF8-A6C5-7B32535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硬體介面集中在 EGO1 板上按鍵與 VGA 輸出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A94DC-C62B-40C8-9968-700C8645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外接 keypad 因缺少擴充板腳位資料，最終展示保留穩定的板上按鍵。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CC215-05A2-4F8D-9DF4-373AC9F0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54542-E335-4F2A-9F78-2CE5D0D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EGO1 FPGA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100 MHz 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532C-2811-4E46-B395-02C3FB5D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5F68B-2E4C-4D92-99A7-6CC5A2F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574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Game Logic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Verilog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3EB5C-6030-4617-89E1-4A66147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454BD-EA7F-43D3-9218-1896ED90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VGA Timing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RGB +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300D4-DD8D-4C1F-BB51-3E75195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9C3A0-20A1-4A5C-A6B8-EA0EA73E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5740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螢幕 / OBS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VGA to HDMI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7BC1E-29B7-4CE6-BA6F-42CB302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操作對應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49B5F-3ED2-4E66-AD79-04726BB2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S4 Reset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S0 Start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S2 Flap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5A09B-4F3D-4A06-BE3F-F4A2177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為什麼不放 keypad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25C5B-E39E-4B50-A9F9-9C9277B7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NFU FPGA V2.0 擴充板不是單純 8 條 row/col 直通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缺少 schematic / XDC 時，展示容易不穩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最終版採用已驗證的板上按鍵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5017E-8747-459C-AAFA-BDF5BFE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3</a:t>
            </a:r>
          </a:p>
        </p:txBody>
      </p:sp>
    </p:spTree>
    <p:extLst>
      <p:ext uri="{BB962C8B-B14F-4D97-AF65-F5344CB8AC3E}">
        <p14:creationId xmlns:p14="http://schemas.microsoft.com/office/powerpoint/2010/main" val="4809227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BD145-D85A-4F63-B102-61EACA6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top_vga 把輸入、遊戲邏輯與 VGA renderer 串成完整系統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F5FD2-1C7E-4E26-AD7B-40C693C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每個 module 分工明確，方便測試與整合。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8EA00-24D8-4AFA-AAF7-B5608E3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072BE-9E25-453D-8529-9BA85A1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57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button_ctrl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按鍵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0592B-A62F-41CE-9602-6C982E1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8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07A50-DC6F-4EBA-A1BC-10ECD36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57400"/>
            <a:ext cx="157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game_fsm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狀態控制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2C4BE-10B9-41A7-9CC0-790A9B58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EA3D-BE2E-4ABB-8ACD-F55FA60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bird_ctrl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小鳥位置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E84CA-BC95-412E-9A86-57C214F3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pipe_ctrl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管子位置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C54B7-E824-4D5A-8335-5D926EC9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score_ctrl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計分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57469-6D50-4AB3-BB88-CDF7946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17921-453C-4C93-95D9-227A15F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574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collision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死亡判斷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80343-6FE3-4802-81E1-BC339EC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2AF01-99EB-429A-A4EE-683D1EED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57400"/>
            <a:ext cx="1952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vga_renderer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畫面輸出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2256D-BEEE-420D-8E92-9F9F250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7195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vga_sync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pixel_x / pixel_y / sync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16D18-9B96-42DB-9D5C-80AD1C6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433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BDEE8-7746-475C-A4AD-7677B7C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game_tick 約 60 Hz 更新遊戲座標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VGA renderer 依 pixel_x / pixel_y 即時計算 RGB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碰撞結果回饋到 FSM，進入 GAME_OVER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7692C-1843-4DB3-BEA6-CD7ECC16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4</a:t>
            </a:r>
          </a:p>
        </p:txBody>
      </p:sp>
    </p:spTree>
    <p:extLst>
      <p:ext uri="{BB962C8B-B14F-4D97-AF65-F5344CB8AC3E}">
        <p14:creationId xmlns:p14="http://schemas.microsoft.com/office/powerpoint/2010/main" val="4187968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2B4F8-E6C8-4A03-A55F-0273F866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遊戲流程由三個狀態控制，邏輯簡單但完整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BA0D3-EB58-407B-BB5A-D52FAC9A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狀態機讓 start、play、死亡後停止都能清楚分離。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80A0D-A8FC-414C-94AB-B7EAA23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B9942-E088-4C97-83EF-A20DEE5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IDLE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顯示 START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等待 S0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DF218-1831-4EF4-9A1E-FB45CA7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PLAY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小鳥與管子更新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持續碰撞判斷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EFD36-37F0-4670-BF01-B5785B5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GAME_OVER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顯示 GAME / OVER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等待 reset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94EAA-5B14-4049-84E1-D312DA3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1F526-27C7-45BC-878D-B634945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90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S0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15E21-F13E-4655-B3E5-4EB8F4E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55BE7-609C-4A17-8A0D-D94A6574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dead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5FD4C-E4A5-48D8-B6F0-73839F50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S4 reset 回到初始狀態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090D3-9481-401F-930A-61D2CF02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95875"/>
            <a:ext cx="575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localparam S_IDLE      = 2'd0;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localparam S_PLAY      = 2'd1;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localparam S_GAME_OVER = 2'd2;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EF478-12B8-435D-88E7-D6B1E14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5</a:t>
            </a:r>
          </a:p>
        </p:txBody>
      </p:sp>
    </p:spTree>
    <p:extLst>
      <p:ext uri="{BB962C8B-B14F-4D97-AF65-F5344CB8AC3E}">
        <p14:creationId xmlns:p14="http://schemas.microsoft.com/office/powerpoint/2010/main" val="8288080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FCE9D-7E84-4B1E-8C8F-85C21B82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畫面繪製與計分都用座標條件完成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CE89D-AF96-48F5-AE79-8F7C15B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每個 pixel 依座標判斷屬於小鳥、管子、地板、文字或背景。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A5659-A19D-48E0-A93B-03386933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0D6B-CFBC-4C06-8211-E146A18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610EE-FC38-4B50-A5A2-F1412E12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3B1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67F17-DD15-4BB3-BDBE-810991D5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66900"/>
            <a:ext cx="523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33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EBC6-AB8D-47CE-9734-5DBB59C0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52850"/>
            <a:ext cx="523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33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C8934-E1D7-4068-A411-DFB9A56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3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648E0-116E-44E1-952B-60653D02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D5EE0-EF24-474B-B463-B3D86FF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720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VGA renderer 根據 pixel_x / pixel_y 即時計算 RGB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4237E-E0C4-49EF-A417-94AA0DE6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計分規則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4DD8A-350B-4859-AEAD-3755468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管子右緣從鳥的左側通過時加分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使用 previous/current pipe position 避免重複加分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passed_pipe_count 形成 +1, +1, +5 循環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2382B-DFC7-4297-A4B6-6AE12C0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95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if (passed_pipe_count == 2) begin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    score &lt;= score + 5;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    passed_pipe_count &lt;= 0;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end else begin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    score &lt;= score + 1;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    passed_pipe_count &lt;= passed_pipe_count + 1;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3A489-28E0-4AB4-93B8-1CD58915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6</a:t>
            </a:r>
          </a:p>
        </p:txBody>
      </p:sp>
    </p:spTree>
    <p:extLst>
      <p:ext uri="{BB962C8B-B14F-4D97-AF65-F5344CB8AC3E}">
        <p14:creationId xmlns:p14="http://schemas.microsoft.com/office/powerpoint/2010/main" val="10227748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8C4F1-771E-4BA9-AEB6-4119DDE1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最終成果已完成可展示版本，重點放在穩定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D9B4A-EDA9-488E-B157-4DE6A4A6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專題成果包含 RTL 整合、VGA 畫面、遊戲控制與 bitstream。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275D4-B690-4CD0-9EB7-CC67F3D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338B2-77E3-45CC-9580-2E20BD7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E11C-939B-4152-B60F-22EA6CA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已驗證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47A69-9076-4C4A-8D06-F11B258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VGA to HDMI 顯示路徑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6DFAE-1CAF-4354-A742-66C21BB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859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79C1E-1C78-40C7-84C3-A7DE0CA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可燒錄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35C31-F25C-4164-9E34-B05E8C41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765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 槽最終 bitstream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ECC0C-BFD3-4684-B1D9-19075E2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BDA4-0CB1-490C-9E51-88B5120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可操作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F366D-CCB4-432C-8D02-162E6CC6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765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S0 / S2 / S4 板上按鍵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12D1A-6B3A-4498-AFE2-F7734B6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Demo 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51EC3-A18C-4DE3-8BC6-39D6EAF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燒錄 top_vga.bit 後確認 START 畫面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按 S0 開始，按 S2 控制小鳥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通過管子檢查分數 01 → 02 → 07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碰撞後顯示 GAME / 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D0950-D458-445F-A1F6-3D7B255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結論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C098B-CBF6-4FF5-9BE7-7B11D5BF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這個專題完成了從 Verilog game logic 到 VGA 畫面輸出的整合，並能在 EGO1 板上以實體按鍵操作展示。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F94AE-E195-491C-8E33-EBF8F52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EGO1 FPGA Flappy Bird ｜ 7</a:t>
            </a:r>
          </a:p>
        </p:txBody>
      </p:sp>
    </p:spTree>
    <p:extLst>
      <p:ext uri="{BB962C8B-B14F-4D97-AF65-F5344CB8AC3E}">
        <p14:creationId xmlns:p14="http://schemas.microsoft.com/office/powerpoint/2010/main" val="1932726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2026-07-10T06:54:38.7540000Z</dcterms:created>
  <dcterms:modified xsi:type="dcterms:W3CDTF">2026-07-10T06:54:38.7550000Z</dcterms:modified>
</coreProperties>
</file>